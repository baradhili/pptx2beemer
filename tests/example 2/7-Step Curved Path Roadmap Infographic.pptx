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652" r:id="rId2"/>
  </p:sldIdLst>
  <p:sldSz cx="12192000" cy="6858000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2A2B"/>
    <a:srgbClr val="FFFFFF"/>
    <a:srgbClr val="CDCDCD"/>
    <a:srgbClr val="000000"/>
    <a:srgbClr val="0F0F0F"/>
    <a:srgbClr val="8F9293"/>
    <a:srgbClr val="B6BDBF"/>
    <a:srgbClr val="F62B37"/>
    <a:srgbClr val="47AB2C"/>
    <a:srgbClr val="1BA5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55" autoAdjust="0"/>
    <p:restoredTop sz="94437" autoAdjust="0"/>
  </p:normalViewPr>
  <p:slideViewPr>
    <p:cSldViewPr snapToGrid="0">
      <p:cViewPr varScale="1">
        <p:scale>
          <a:sx n="96" d="100"/>
          <a:sy n="96" d="100"/>
        </p:scale>
        <p:origin x="12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1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fld id="{C30DC546-A160-40B6-92C2-C2C8C7C6873D}" type="datetimeFigureOut">
              <a:rPr lang="en-US" smtClean="0"/>
              <a:pPr/>
              <a:t>5/14/2022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fld id="{DD1A2537-3EE0-4E98-9EF3-DEFAB0CB953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188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1971-E320-456C-8B67-8B88B9AFA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4665"/>
          </a:xfrm>
          <a:prstGeom prst="rect">
            <a:avLst/>
          </a:prstGeom>
        </p:spPr>
        <p:txBody>
          <a:bodyPr anchor="t">
            <a:noAutofit/>
          </a:bodyPr>
          <a:lstStyle>
            <a:lvl1pPr algn="ctr">
              <a:defRPr sz="3600" b="0">
                <a:solidFill>
                  <a:schemeClr val="tx2">
                    <a:solidFill>
                      <a:schemeClr val="dk1"/>
                    </a:solidFill>
                    <a:lumMod val="75000"/>
                  </a:schemeClr>
                </a:solidFill>
              </a:defRPr>
            </a:lvl1pPr>
          </a:lstStyle>
          <a:p>
            <a:r>
              <a:rPr lang="en-US">
                <a:solidFill>
                  <a:solidFill>
                    <a:schemeClr val="dk1"/>
                  </a:solidFill>
                  <a:schemeClr val="dk1"/>
                </a:solidFill>
              </a:rPr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3718D-73D9-4361-9254-1A8D6C5B2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586E3-F188-4180-8D43-CF184C61D618}" type="datetimeFigureOut">
              <a:rPr lang="en-US" smtClean="0">
                <a:solidFill>
                  <a:solidFill>
                    <a:schemeClr val="dk1"/>
                  </a:solidFill>
                  <a:schemeClr val="dk1"/>
                </a:solidFill>
              </a:rPr>
              <a:t>5/14/2022</a:t>
            </a:fld>
            <a:endParaRPr lang="en-US">
              <a:solidFill>
                <a:solidFill>
                  <a:schemeClr val="dk1"/>
                </a:solidFill>
                <a:schemeClr val="dk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D377D-5F9A-42F4-9A90-25B0CAD01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olidFill>
                  <a:schemeClr val="dk1"/>
                </a:solidFill>
                <a:schemeClr val="dk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7DE87-D0BB-4AB2-935A-2164B63B0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0004" y="6356350"/>
            <a:ext cx="1023796" cy="365125"/>
          </a:xfrm>
        </p:spPr>
        <p:txBody>
          <a:bodyPr/>
          <a:lstStyle/>
          <a:p>
            <a:fld id="{0D66F9FF-6AF2-484B-8F9F-115FCAB9FADE}" type="slidenum">
              <a:rPr lang="en-US" smtClean="0">
                <a:solidFill>
                  <a:solidFill>
                    <a:schemeClr val="dk1"/>
                  </a:solidFill>
                  <a:schemeClr val="dk1"/>
                </a:solidFill>
              </a:rPr>
              <a:t>‹#›</a:t>
            </a:fld>
            <a:endParaRPr lang="en-US">
              <a:solidFill>
                <a:solidFill>
                  <a:schemeClr val="dk1"/>
                </a:solidFill>
                <a:schemeClr val="dk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4468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712FC-90FF-4B94-9263-B812CCB51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olidFill>
                    <a:schemeClr val="dk1"/>
                  </a:solidFill>
                  <a:schemeClr val="dk1"/>
                </a:solidFill>
              </a:rP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C036D0-E6B5-434C-940A-96676C27C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586E3-F188-4180-8D43-CF184C61D618}" type="datetimeFigureOut">
              <a:rPr lang="en-US" smtClean="0">
                <a:solidFill>
                  <a:solidFill>
                    <a:schemeClr val="dk1"/>
                  </a:solidFill>
                  <a:schemeClr val="dk1"/>
                </a:solidFill>
              </a:rPr>
              <a:t>5/14/2022</a:t>
            </a:fld>
            <a:endParaRPr lang="en-US">
              <a:solidFill>
                <a:solidFill>
                  <a:schemeClr val="dk1"/>
                </a:solidFill>
                <a:schemeClr val="dk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4CBDD0-5377-499C-A75C-DCB6DEF03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olidFill>
                  <a:schemeClr val="dk1"/>
                </a:solidFill>
                <a:schemeClr val="dk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11BD4D-1490-4F18-8CD7-D2ADC24CF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F9FF-6AF2-484B-8F9F-115FCAB9FADE}" type="slidenum">
              <a:rPr lang="en-US" smtClean="0">
                <a:solidFill>
                  <a:solidFill>
                    <a:schemeClr val="dk1"/>
                  </a:solidFill>
                  <a:schemeClr val="dk1"/>
                </a:solidFill>
              </a:rPr>
              <a:t>‹#›</a:t>
            </a:fld>
            <a:endParaRPr lang="en-US">
              <a:solidFill>
                <a:solidFill>
                  <a:schemeClr val="dk1"/>
                </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2419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083614-B309-4FBC-B91E-FE617CD6F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09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olidFill>
                    <a:schemeClr val="dk1"/>
                  </a:solidFill>
                  <a:schemeClr val="dk1"/>
                </a:solidFill>
              </a:rP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16A2D-842B-4196-AEF8-54FBA593F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>
                <a:solidFill>
                  <a:solidFill>
                    <a:schemeClr val="dk1"/>
                  </a:solidFill>
                  <a:schemeClr val="dk1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olidFill>
                    <a:schemeClr val="dk1"/>
                  </a:solidFill>
                  <a:schemeClr val="dk1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olidFill>
                    <a:schemeClr val="dk1"/>
                  </a:solidFill>
                  <a:schemeClr val="dk1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olidFill>
                    <a:schemeClr val="dk1"/>
                  </a:solidFill>
                  <a:schemeClr val="dk1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olidFill>
                    <a:schemeClr val="dk1"/>
                  </a:solidFill>
                  <a:schemeClr val="dk1"/>
                </a:solidFill>
              </a:rP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F4693-79F5-4AA8-9D0A-F8E292CE2C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olidFill>
                      <a:schemeClr val="dk1"/>
                    </a:solidFill>
                    <a:tint val="75000"/>
                  </a:schemeClr>
                </a:solidFill>
              </a:defRPr>
            </a:lvl1pPr>
          </a:lstStyle>
          <a:p>
            <a:fld id="{788586E3-F188-4180-8D43-CF184C61D618}" type="datetimeFigureOut">
              <a:rPr lang="en-US" smtClean="0">
                <a:solidFill>
                  <a:solidFill>
                    <a:schemeClr val="dk1"/>
                  </a:solidFill>
                  <a:schemeClr val="dk1"/>
                </a:solidFill>
              </a:rPr>
              <a:t>5/14/2022</a:t>
            </a:fld>
            <a:endParaRPr lang="en-US">
              <a:solidFill>
                <a:solidFill>
                  <a:schemeClr val="dk1"/>
                </a:solidFill>
                <a:schemeClr val="dk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2E669-5AD1-4712-9719-9C97D81B82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olidFill>
                      <a:schemeClr val="dk1"/>
                    </a:solidFill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solidFill>
                  <a:schemeClr val="dk1"/>
                </a:solidFill>
                <a:schemeClr val="dk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856B2-33AA-4803-B4CE-B642517526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olidFill>
                      <a:schemeClr val="dk1"/>
                    </a:solidFill>
                    <a:tint val="75000"/>
                  </a:schemeClr>
                </a:solidFill>
              </a:defRPr>
            </a:lvl1pPr>
          </a:lstStyle>
          <a:p>
            <a:fld id="{0D66F9FF-6AF2-484B-8F9F-115FCAB9FADE}" type="slidenum">
              <a:rPr lang="en-US" smtClean="0">
                <a:solidFill>
                  <a:solidFill>
                    <a:schemeClr val="dk1"/>
                  </a:solidFill>
                  <a:schemeClr val="dk1"/>
                </a:solidFill>
              </a:rPr>
              <a:t>‹#›</a:t>
            </a:fld>
            <a:endParaRPr lang="en-US">
              <a:solidFill>
                <a:solidFill>
                  <a:schemeClr val="dk1"/>
                </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153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3" r:id="rId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5F0CD-7CB3-4C49-801B-43B66FF39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olidFill>
                    <a:schemeClr val="dk1"/>
                  </a:solidFill>
                  <a:schemeClr val="dk1"/>
                </a:solidFill>
              </a:rPr>
              <a:t>Slide Title Here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42E10B0-8919-E588-0441-7072E96B7EFD}"/>
              </a:ext>
            </a:extLst>
          </p:cNvPr>
          <p:cNvSpPr/>
          <p:nvPr/>
        </p:nvSpPr>
        <p:spPr>
          <a:xfrm>
            <a:off x="4718341" y="0"/>
            <a:ext cx="5006202" cy="6858000"/>
          </a:xfrm>
          <a:custGeom>
            <a:avLst/>
            <a:gdLst>
              <a:gd name="connsiteX0" fmla="*/ 178308 w 5006202"/>
              <a:gd name="connsiteY0" fmla="*/ 6858000 h 6858000"/>
              <a:gd name="connsiteX1" fmla="*/ 0 w 5006202"/>
              <a:gd name="connsiteY1" fmla="*/ 6858000 h 6858000"/>
              <a:gd name="connsiteX2" fmla="*/ 0 w 5006202"/>
              <a:gd name="connsiteY2" fmla="*/ 5767578 h 6858000"/>
              <a:gd name="connsiteX3" fmla="*/ 795528 w 5006202"/>
              <a:gd name="connsiteY3" fmla="*/ 4972050 h 6858000"/>
              <a:gd name="connsiteX4" fmla="*/ 1054212 w 5006202"/>
              <a:gd name="connsiteY4" fmla="*/ 4972050 h 6858000"/>
              <a:gd name="connsiteX5" fmla="*/ 1432225 w 5006202"/>
              <a:gd name="connsiteY5" fmla="*/ 5350063 h 6858000"/>
              <a:gd name="connsiteX6" fmla="*/ 1631930 w 5006202"/>
              <a:gd name="connsiteY6" fmla="*/ 5549631 h 6858000"/>
              <a:gd name="connsiteX7" fmla="*/ 2260671 w 5006202"/>
              <a:gd name="connsiteY7" fmla="*/ 5549631 h 6858000"/>
              <a:gd name="connsiteX8" fmla="*/ 2907655 w 5006202"/>
              <a:gd name="connsiteY8" fmla="*/ 4902647 h 6858000"/>
              <a:gd name="connsiteX9" fmla="*/ 2260671 w 5006202"/>
              <a:gd name="connsiteY9" fmla="*/ 4255663 h 6858000"/>
              <a:gd name="connsiteX10" fmla="*/ 2068647 w 5006202"/>
              <a:gd name="connsiteY10" fmla="*/ 4255663 h 6858000"/>
              <a:gd name="connsiteX11" fmla="*/ 1803105 w 5006202"/>
              <a:gd name="connsiteY11" fmla="*/ 3990122 h 6858000"/>
              <a:gd name="connsiteX12" fmla="*/ 1803105 w 5006202"/>
              <a:gd name="connsiteY12" fmla="*/ 3399236 h 6858000"/>
              <a:gd name="connsiteX13" fmla="*/ 2068647 w 5006202"/>
              <a:gd name="connsiteY13" fmla="*/ 3133695 h 6858000"/>
              <a:gd name="connsiteX14" fmla="*/ 2227890 w 5006202"/>
              <a:gd name="connsiteY14" fmla="*/ 3133695 h 6858000"/>
              <a:gd name="connsiteX15" fmla="*/ 2315124 w 5006202"/>
              <a:gd name="connsiteY15" fmla="*/ 3046598 h 6858000"/>
              <a:gd name="connsiteX16" fmla="*/ 2315124 w 5006202"/>
              <a:gd name="connsiteY16" fmla="*/ 2974452 h 6858000"/>
              <a:gd name="connsiteX17" fmla="*/ 2227890 w 5006202"/>
              <a:gd name="connsiteY17" fmla="*/ 2887218 h 6858000"/>
              <a:gd name="connsiteX18" fmla="*/ 1377498 w 5006202"/>
              <a:gd name="connsiteY18" fmla="*/ 2887218 h 6858000"/>
              <a:gd name="connsiteX19" fmla="*/ 882762 w 5006202"/>
              <a:gd name="connsiteY19" fmla="*/ 2392482 h 6858000"/>
              <a:gd name="connsiteX20" fmla="*/ 1611356 w 5006202"/>
              <a:gd name="connsiteY20" fmla="*/ 1664025 h 6858000"/>
              <a:gd name="connsiteX21" fmla="*/ 2053011 w 5006202"/>
              <a:gd name="connsiteY21" fmla="*/ 1664025 h 6858000"/>
              <a:gd name="connsiteX22" fmla="*/ 2318553 w 5006202"/>
              <a:gd name="connsiteY22" fmla="*/ 1929430 h 6858000"/>
              <a:gd name="connsiteX23" fmla="*/ 2405649 w 5006202"/>
              <a:gd name="connsiteY23" fmla="*/ 2016664 h 6858000"/>
              <a:gd name="connsiteX24" fmla="*/ 3370433 w 5006202"/>
              <a:gd name="connsiteY24" fmla="*/ 2016664 h 6858000"/>
              <a:gd name="connsiteX25" fmla="*/ 3457530 w 5006202"/>
              <a:gd name="connsiteY25" fmla="*/ 1929430 h 6858000"/>
              <a:gd name="connsiteX26" fmla="*/ 3457530 w 5006202"/>
              <a:gd name="connsiteY26" fmla="*/ 1787881 h 6858000"/>
              <a:gd name="connsiteX27" fmla="*/ 3723345 w 5006202"/>
              <a:gd name="connsiteY27" fmla="*/ 1522476 h 6858000"/>
              <a:gd name="connsiteX28" fmla="*/ 4045671 w 5006202"/>
              <a:gd name="connsiteY28" fmla="*/ 1522476 h 6858000"/>
              <a:gd name="connsiteX29" fmla="*/ 4132905 w 5006202"/>
              <a:gd name="connsiteY29" fmla="*/ 1435242 h 6858000"/>
              <a:gd name="connsiteX30" fmla="*/ 4132905 w 5006202"/>
              <a:gd name="connsiteY30" fmla="*/ 1369131 h 6858000"/>
              <a:gd name="connsiteX31" fmla="*/ 4740661 w 5006202"/>
              <a:gd name="connsiteY31" fmla="*/ 761238 h 6858000"/>
              <a:gd name="connsiteX32" fmla="*/ 4827895 w 5006202"/>
              <a:gd name="connsiteY32" fmla="*/ 674004 h 6858000"/>
              <a:gd name="connsiteX33" fmla="*/ 4827895 w 5006202"/>
              <a:gd name="connsiteY33" fmla="*/ 0 h 6858000"/>
              <a:gd name="connsiteX34" fmla="*/ 5006203 w 5006202"/>
              <a:gd name="connsiteY34" fmla="*/ 0 h 6858000"/>
              <a:gd name="connsiteX35" fmla="*/ 5006203 w 5006202"/>
              <a:gd name="connsiteY35" fmla="*/ 674004 h 6858000"/>
              <a:gd name="connsiteX36" fmla="*/ 4740661 w 5006202"/>
              <a:gd name="connsiteY36" fmla="*/ 939546 h 6858000"/>
              <a:gd name="connsiteX37" fmla="*/ 4311076 w 5006202"/>
              <a:gd name="connsiteY37" fmla="*/ 1369131 h 6858000"/>
              <a:gd name="connsiteX38" fmla="*/ 4311076 w 5006202"/>
              <a:gd name="connsiteY38" fmla="*/ 1435242 h 6858000"/>
              <a:gd name="connsiteX39" fmla="*/ 4045671 w 5006202"/>
              <a:gd name="connsiteY39" fmla="*/ 1700784 h 6858000"/>
              <a:gd name="connsiteX40" fmla="*/ 3723345 w 5006202"/>
              <a:gd name="connsiteY40" fmla="*/ 1700784 h 6858000"/>
              <a:gd name="connsiteX41" fmla="*/ 3636112 w 5006202"/>
              <a:gd name="connsiteY41" fmla="*/ 1787881 h 6858000"/>
              <a:gd name="connsiteX42" fmla="*/ 3636112 w 5006202"/>
              <a:gd name="connsiteY42" fmla="*/ 1929430 h 6858000"/>
              <a:gd name="connsiteX43" fmla="*/ 3370707 w 5006202"/>
              <a:gd name="connsiteY43" fmla="*/ 2194560 h 6858000"/>
              <a:gd name="connsiteX44" fmla="*/ 2405924 w 5006202"/>
              <a:gd name="connsiteY44" fmla="*/ 2194560 h 6858000"/>
              <a:gd name="connsiteX45" fmla="*/ 2140519 w 5006202"/>
              <a:gd name="connsiteY45" fmla="*/ 1929018 h 6858000"/>
              <a:gd name="connsiteX46" fmla="*/ 2053285 w 5006202"/>
              <a:gd name="connsiteY46" fmla="*/ 1841922 h 6858000"/>
              <a:gd name="connsiteX47" fmla="*/ 1611630 w 5006202"/>
              <a:gd name="connsiteY47" fmla="*/ 1841922 h 6858000"/>
              <a:gd name="connsiteX48" fmla="*/ 1061344 w 5006202"/>
              <a:gd name="connsiteY48" fmla="*/ 2392070 h 6858000"/>
              <a:gd name="connsiteX49" fmla="*/ 1377772 w 5006202"/>
              <a:gd name="connsiteY49" fmla="*/ 2708499 h 6858000"/>
              <a:gd name="connsiteX50" fmla="*/ 2228164 w 5006202"/>
              <a:gd name="connsiteY50" fmla="*/ 2708499 h 6858000"/>
              <a:gd name="connsiteX51" fmla="*/ 2493706 w 5006202"/>
              <a:gd name="connsiteY51" fmla="*/ 2974040 h 6858000"/>
              <a:gd name="connsiteX52" fmla="*/ 2493706 w 5006202"/>
              <a:gd name="connsiteY52" fmla="*/ 3046187 h 6858000"/>
              <a:gd name="connsiteX53" fmla="*/ 2228164 w 5006202"/>
              <a:gd name="connsiteY53" fmla="*/ 3311591 h 6858000"/>
              <a:gd name="connsiteX54" fmla="*/ 2068236 w 5006202"/>
              <a:gd name="connsiteY54" fmla="*/ 3311591 h 6858000"/>
              <a:gd name="connsiteX55" fmla="*/ 1981002 w 5006202"/>
              <a:gd name="connsiteY55" fmla="*/ 3398825 h 6858000"/>
              <a:gd name="connsiteX56" fmla="*/ 1981002 w 5006202"/>
              <a:gd name="connsiteY56" fmla="*/ 3989710 h 6858000"/>
              <a:gd name="connsiteX57" fmla="*/ 2068236 w 5006202"/>
              <a:gd name="connsiteY57" fmla="*/ 4076944 h 6858000"/>
              <a:gd name="connsiteX58" fmla="*/ 2260260 w 5006202"/>
              <a:gd name="connsiteY58" fmla="*/ 4076944 h 6858000"/>
              <a:gd name="connsiteX59" fmla="*/ 3085551 w 5006202"/>
              <a:gd name="connsiteY59" fmla="*/ 4902236 h 6858000"/>
              <a:gd name="connsiteX60" fmla="*/ 2260260 w 5006202"/>
              <a:gd name="connsiteY60" fmla="*/ 5727527 h 6858000"/>
              <a:gd name="connsiteX61" fmla="*/ 1631930 w 5006202"/>
              <a:gd name="connsiteY61" fmla="*/ 5727527 h 6858000"/>
              <a:gd name="connsiteX62" fmla="*/ 1253917 w 5006202"/>
              <a:gd name="connsiteY62" fmla="*/ 5349652 h 6858000"/>
              <a:gd name="connsiteX63" fmla="*/ 1054212 w 5006202"/>
              <a:gd name="connsiteY63" fmla="*/ 5150358 h 6858000"/>
              <a:gd name="connsiteX64" fmla="*/ 795528 w 5006202"/>
              <a:gd name="connsiteY64" fmla="*/ 5150358 h 6858000"/>
              <a:gd name="connsiteX65" fmla="*/ 178308 w 5006202"/>
              <a:gd name="connsiteY65" fmla="*/ 576757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5006202" h="6858000">
                <a:moveTo>
                  <a:pt x="178308" y="6858000"/>
                </a:moveTo>
                <a:lnTo>
                  <a:pt x="0" y="6858000"/>
                </a:lnTo>
                <a:lnTo>
                  <a:pt x="0" y="5767578"/>
                </a:lnTo>
                <a:cubicBezTo>
                  <a:pt x="529" y="5328433"/>
                  <a:pt x="356390" y="4972585"/>
                  <a:pt x="795528" y="4972050"/>
                </a:cubicBezTo>
                <a:lnTo>
                  <a:pt x="1054212" y="4972050"/>
                </a:lnTo>
                <a:cubicBezTo>
                  <a:pt x="1262887" y="4972283"/>
                  <a:pt x="1431992" y="5141388"/>
                  <a:pt x="1432225" y="5350063"/>
                </a:cubicBezTo>
                <a:cubicBezTo>
                  <a:pt x="1432376" y="5460271"/>
                  <a:pt x="1521722" y="5549549"/>
                  <a:pt x="1631930" y="5549631"/>
                </a:cubicBezTo>
                <a:lnTo>
                  <a:pt x="2260671" y="5549631"/>
                </a:lnTo>
                <a:cubicBezTo>
                  <a:pt x="2617987" y="5549631"/>
                  <a:pt x="2907655" y="5259963"/>
                  <a:pt x="2907655" y="4902647"/>
                </a:cubicBezTo>
                <a:cubicBezTo>
                  <a:pt x="2907655" y="4545332"/>
                  <a:pt x="2617987" y="4255663"/>
                  <a:pt x="2260671" y="4255663"/>
                </a:cubicBezTo>
                <a:lnTo>
                  <a:pt x="2068647" y="4255663"/>
                </a:lnTo>
                <a:cubicBezTo>
                  <a:pt x="1922051" y="4255513"/>
                  <a:pt x="1803256" y="4136718"/>
                  <a:pt x="1803105" y="3990122"/>
                </a:cubicBezTo>
                <a:lnTo>
                  <a:pt x="1803105" y="3399236"/>
                </a:lnTo>
                <a:cubicBezTo>
                  <a:pt x="1803256" y="3252640"/>
                  <a:pt x="1922051" y="3133846"/>
                  <a:pt x="2068647" y="3133695"/>
                </a:cubicBezTo>
                <a:lnTo>
                  <a:pt x="2227890" y="3133695"/>
                </a:lnTo>
                <a:cubicBezTo>
                  <a:pt x="2276020" y="3133695"/>
                  <a:pt x="2315042" y="3094727"/>
                  <a:pt x="2315124" y="3046598"/>
                </a:cubicBezTo>
                <a:lnTo>
                  <a:pt x="2315124" y="2974452"/>
                </a:lnTo>
                <a:cubicBezTo>
                  <a:pt x="2315124" y="2926268"/>
                  <a:pt x="2276074" y="2887218"/>
                  <a:pt x="2227890" y="2887218"/>
                </a:cubicBezTo>
                <a:lnTo>
                  <a:pt x="1377498" y="2887218"/>
                </a:lnTo>
                <a:cubicBezTo>
                  <a:pt x="1104385" y="2886916"/>
                  <a:pt x="883064" y="2665595"/>
                  <a:pt x="882762" y="2392482"/>
                </a:cubicBezTo>
                <a:cubicBezTo>
                  <a:pt x="883216" y="1990301"/>
                  <a:pt x="1209175" y="1664409"/>
                  <a:pt x="1611356" y="1664025"/>
                </a:cubicBezTo>
                <a:lnTo>
                  <a:pt x="2053011" y="1664025"/>
                </a:lnTo>
                <a:cubicBezTo>
                  <a:pt x="2199553" y="1664176"/>
                  <a:pt x="2318320" y="1782888"/>
                  <a:pt x="2318553" y="1929430"/>
                </a:cubicBezTo>
                <a:cubicBezTo>
                  <a:pt x="2318553" y="1977559"/>
                  <a:pt x="2357520" y="2016581"/>
                  <a:pt x="2405649" y="2016664"/>
                </a:cubicBezTo>
                <a:lnTo>
                  <a:pt x="3370433" y="2016664"/>
                </a:lnTo>
                <a:cubicBezTo>
                  <a:pt x="3418562" y="2016581"/>
                  <a:pt x="3457530" y="1977559"/>
                  <a:pt x="3457530" y="1929430"/>
                </a:cubicBezTo>
                <a:lnTo>
                  <a:pt x="3457530" y="1787881"/>
                </a:lnTo>
                <a:cubicBezTo>
                  <a:pt x="3457680" y="1641202"/>
                  <a:pt x="3576666" y="1522394"/>
                  <a:pt x="3723345" y="1522476"/>
                </a:cubicBezTo>
                <a:lnTo>
                  <a:pt x="4045671" y="1522476"/>
                </a:lnTo>
                <a:cubicBezTo>
                  <a:pt x="4093856" y="1522476"/>
                  <a:pt x="4132905" y="1483427"/>
                  <a:pt x="4132905" y="1435242"/>
                </a:cubicBezTo>
                <a:lnTo>
                  <a:pt x="4132905" y="1369131"/>
                </a:lnTo>
                <a:cubicBezTo>
                  <a:pt x="4133289" y="1033612"/>
                  <a:pt x="4405140" y="761692"/>
                  <a:pt x="4740661" y="761238"/>
                </a:cubicBezTo>
                <a:cubicBezTo>
                  <a:pt x="4788846" y="761238"/>
                  <a:pt x="4827895" y="722182"/>
                  <a:pt x="4827895" y="674004"/>
                </a:cubicBezTo>
                <a:lnTo>
                  <a:pt x="4827895" y="0"/>
                </a:lnTo>
                <a:lnTo>
                  <a:pt x="5006203" y="0"/>
                </a:lnTo>
                <a:lnTo>
                  <a:pt x="5006203" y="674004"/>
                </a:lnTo>
                <a:cubicBezTo>
                  <a:pt x="5006052" y="820597"/>
                  <a:pt x="4887258" y="939395"/>
                  <a:pt x="4740661" y="939546"/>
                </a:cubicBezTo>
                <a:cubicBezTo>
                  <a:pt x="4503539" y="939848"/>
                  <a:pt x="4311378" y="1132004"/>
                  <a:pt x="4311076" y="1369131"/>
                </a:cubicBezTo>
                <a:lnTo>
                  <a:pt x="4311076" y="1435242"/>
                </a:lnTo>
                <a:cubicBezTo>
                  <a:pt x="4310925" y="1581784"/>
                  <a:pt x="4192213" y="1700551"/>
                  <a:pt x="4045671" y="1700784"/>
                </a:cubicBezTo>
                <a:lnTo>
                  <a:pt x="3723345" y="1700784"/>
                </a:lnTo>
                <a:cubicBezTo>
                  <a:pt x="3675216" y="1700784"/>
                  <a:pt x="3636180" y="1739751"/>
                  <a:pt x="3636112" y="1787881"/>
                </a:cubicBezTo>
                <a:lnTo>
                  <a:pt x="3636112" y="1929430"/>
                </a:lnTo>
                <a:cubicBezTo>
                  <a:pt x="3635810" y="2075834"/>
                  <a:pt x="3517112" y="2194409"/>
                  <a:pt x="3370707" y="2194560"/>
                </a:cubicBezTo>
                <a:lnTo>
                  <a:pt x="2405924" y="2194560"/>
                </a:lnTo>
                <a:cubicBezTo>
                  <a:pt x="2259354" y="2194409"/>
                  <a:pt x="2140601" y="2075588"/>
                  <a:pt x="2140519" y="1929018"/>
                </a:cubicBezTo>
                <a:cubicBezTo>
                  <a:pt x="2140437" y="1880889"/>
                  <a:pt x="2101415" y="1841922"/>
                  <a:pt x="2053285" y="1841922"/>
                </a:cubicBezTo>
                <a:lnTo>
                  <a:pt x="1611630" y="1841922"/>
                </a:lnTo>
                <a:cubicBezTo>
                  <a:pt x="1307889" y="1842223"/>
                  <a:pt x="1061723" y="2088330"/>
                  <a:pt x="1061344" y="2392070"/>
                </a:cubicBezTo>
                <a:cubicBezTo>
                  <a:pt x="1061570" y="2566730"/>
                  <a:pt x="1203113" y="2708266"/>
                  <a:pt x="1377772" y="2708499"/>
                </a:cubicBezTo>
                <a:lnTo>
                  <a:pt x="2228164" y="2708499"/>
                </a:lnTo>
                <a:cubicBezTo>
                  <a:pt x="2374761" y="2708650"/>
                  <a:pt x="2493555" y="2827444"/>
                  <a:pt x="2493706" y="2974040"/>
                </a:cubicBezTo>
                <a:lnTo>
                  <a:pt x="2493706" y="3046187"/>
                </a:lnTo>
                <a:cubicBezTo>
                  <a:pt x="2493473" y="3192728"/>
                  <a:pt x="2374706" y="3311440"/>
                  <a:pt x="2228164" y="3311591"/>
                </a:cubicBezTo>
                <a:lnTo>
                  <a:pt x="2068236" y="3311591"/>
                </a:lnTo>
                <a:cubicBezTo>
                  <a:pt x="2020092" y="3311673"/>
                  <a:pt x="1981084" y="3350682"/>
                  <a:pt x="1981002" y="3398825"/>
                </a:cubicBezTo>
                <a:lnTo>
                  <a:pt x="1981002" y="3989710"/>
                </a:lnTo>
                <a:cubicBezTo>
                  <a:pt x="1981084" y="4037854"/>
                  <a:pt x="2020092" y="4076862"/>
                  <a:pt x="2068236" y="4076944"/>
                </a:cubicBezTo>
                <a:lnTo>
                  <a:pt x="2260260" y="4076944"/>
                </a:lnTo>
                <a:cubicBezTo>
                  <a:pt x="2716056" y="4076944"/>
                  <a:pt x="3085551" y="4446439"/>
                  <a:pt x="3085551" y="4902236"/>
                </a:cubicBezTo>
                <a:cubicBezTo>
                  <a:pt x="3085551" y="5358032"/>
                  <a:pt x="2716056" y="5727527"/>
                  <a:pt x="2260260" y="5727527"/>
                </a:cubicBezTo>
                <a:lnTo>
                  <a:pt x="1631930" y="5727527"/>
                </a:lnTo>
                <a:cubicBezTo>
                  <a:pt x="1423282" y="5727377"/>
                  <a:pt x="1254150" y="5558300"/>
                  <a:pt x="1253917" y="5349652"/>
                </a:cubicBezTo>
                <a:cubicBezTo>
                  <a:pt x="1253615" y="5239553"/>
                  <a:pt x="1164310" y="5150427"/>
                  <a:pt x="1054212" y="5150358"/>
                </a:cubicBezTo>
                <a:lnTo>
                  <a:pt x="795528" y="5150358"/>
                </a:lnTo>
                <a:cubicBezTo>
                  <a:pt x="454803" y="5150743"/>
                  <a:pt x="178687" y="5426859"/>
                  <a:pt x="178308" y="5767578"/>
                </a:cubicBezTo>
                <a:close/>
              </a:path>
            </a:pathLst>
          </a:custGeom>
          <a:solidFill>
            <a:srgbClr val="2B2A2B"/>
          </a:solidFill>
          <a:ln w="1370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olidFill>
                  <a:schemeClr val="lt1"/>
                </a:solidFill>
                <a:schemeClr val="lt1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617C3C5-4511-844F-CAD6-E64F8885E8B9}"/>
              </a:ext>
            </a:extLst>
          </p:cNvPr>
          <p:cNvGrpSpPr/>
          <p:nvPr/>
        </p:nvGrpSpPr>
        <p:grpSpPr>
          <a:xfrm>
            <a:off x="3078865" y="5444764"/>
            <a:ext cx="1807361" cy="706373"/>
            <a:chOff x="2721058" y="5444764"/>
            <a:chExt cx="1807361" cy="70637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2B93562D-825D-D5C4-99B7-0C2D92C9FBEE}"/>
                </a:ext>
              </a:extLst>
            </p:cNvPr>
            <p:cNvSpPr/>
            <p:nvPr/>
          </p:nvSpPr>
          <p:spPr>
            <a:xfrm rot="16200000">
              <a:off x="3271552" y="4894270"/>
              <a:ext cx="706373" cy="1807361"/>
            </a:xfrm>
            <a:custGeom>
              <a:avLst/>
              <a:gdLst>
                <a:gd name="connsiteX0" fmla="*/ 706374 w 706373"/>
                <a:gd name="connsiteY0" fmla="*/ 353173 h 1807361"/>
                <a:gd name="connsiteX1" fmla="*/ 353175 w 706373"/>
                <a:gd name="connsiteY1" fmla="*/ 0 h 1807361"/>
                <a:gd name="connsiteX2" fmla="*/ 0 w 706373"/>
                <a:gd name="connsiteY2" fmla="*/ 353201 h 1807361"/>
                <a:gd name="connsiteX3" fmla="*/ 281178 w 706373"/>
                <a:gd name="connsiteY3" fmla="*/ 698953 h 1807361"/>
                <a:gd name="connsiteX4" fmla="*/ 342900 w 706373"/>
                <a:gd name="connsiteY4" fmla="*/ 814854 h 1807361"/>
                <a:gd name="connsiteX5" fmla="*/ 342900 w 706373"/>
                <a:gd name="connsiteY5" fmla="*/ 1534121 h 1807361"/>
                <a:gd name="connsiteX6" fmla="*/ 293522 w 706373"/>
                <a:gd name="connsiteY6" fmla="*/ 1626430 h 1807361"/>
                <a:gd name="connsiteX7" fmla="*/ 252374 w 706373"/>
                <a:gd name="connsiteY7" fmla="*/ 1711331 h 1807361"/>
                <a:gd name="connsiteX8" fmla="*/ 350444 w 706373"/>
                <a:gd name="connsiteY8" fmla="*/ 1807343 h 1807361"/>
                <a:gd name="connsiteX9" fmla="*/ 452159 w 706373"/>
                <a:gd name="connsiteY9" fmla="*/ 1709384 h 1807361"/>
                <a:gd name="connsiteX10" fmla="*/ 409834 w 706373"/>
                <a:gd name="connsiteY10" fmla="*/ 1625881 h 1807361"/>
                <a:gd name="connsiteX11" fmla="*/ 361965 w 706373"/>
                <a:gd name="connsiteY11" fmla="*/ 1534532 h 1807361"/>
                <a:gd name="connsiteX12" fmla="*/ 361965 w 706373"/>
                <a:gd name="connsiteY12" fmla="*/ 814854 h 1807361"/>
                <a:gd name="connsiteX13" fmla="*/ 423001 w 706373"/>
                <a:gd name="connsiteY13" fmla="*/ 699091 h 1807361"/>
                <a:gd name="connsiteX14" fmla="*/ 706374 w 706373"/>
                <a:gd name="connsiteY14" fmla="*/ 353173 h 1807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06373" h="1807361">
                  <a:moveTo>
                    <a:pt x="706374" y="353173"/>
                  </a:moveTo>
                  <a:cubicBezTo>
                    <a:pt x="706367" y="158118"/>
                    <a:pt x="548235" y="-14"/>
                    <a:pt x="353175" y="0"/>
                  </a:cubicBezTo>
                  <a:cubicBezTo>
                    <a:pt x="158115" y="0"/>
                    <a:pt x="-7" y="158132"/>
                    <a:pt x="0" y="353201"/>
                  </a:cubicBezTo>
                  <a:cubicBezTo>
                    <a:pt x="6" y="520495"/>
                    <a:pt x="117391" y="664842"/>
                    <a:pt x="281178" y="698953"/>
                  </a:cubicBezTo>
                  <a:cubicBezTo>
                    <a:pt x="316977" y="706360"/>
                    <a:pt x="342900" y="778369"/>
                    <a:pt x="342900" y="814854"/>
                  </a:cubicBezTo>
                  <a:lnTo>
                    <a:pt x="342900" y="1534121"/>
                  </a:lnTo>
                  <a:cubicBezTo>
                    <a:pt x="342154" y="1571017"/>
                    <a:pt x="323800" y="1605334"/>
                    <a:pt x="293522" y="1626430"/>
                  </a:cubicBezTo>
                  <a:cubicBezTo>
                    <a:pt x="266439" y="1646044"/>
                    <a:pt x="250988" y="1677920"/>
                    <a:pt x="252374" y="1711331"/>
                  </a:cubicBezTo>
                  <a:cubicBezTo>
                    <a:pt x="255065" y="1764001"/>
                    <a:pt x="297736" y="1805766"/>
                    <a:pt x="350444" y="1807343"/>
                  </a:cubicBezTo>
                  <a:cubicBezTo>
                    <a:pt x="405581" y="1808386"/>
                    <a:pt x="451121" y="1764522"/>
                    <a:pt x="452159" y="1709384"/>
                  </a:cubicBezTo>
                  <a:cubicBezTo>
                    <a:pt x="452783" y="1676260"/>
                    <a:pt x="436926" y="1644974"/>
                    <a:pt x="409834" y="1625881"/>
                  </a:cubicBezTo>
                  <a:cubicBezTo>
                    <a:pt x="379999" y="1605005"/>
                    <a:pt x="362152" y="1570948"/>
                    <a:pt x="361965" y="1534532"/>
                  </a:cubicBezTo>
                  <a:lnTo>
                    <a:pt x="361965" y="814854"/>
                  </a:lnTo>
                  <a:cubicBezTo>
                    <a:pt x="361965" y="778643"/>
                    <a:pt x="387477" y="706360"/>
                    <a:pt x="423001" y="699091"/>
                  </a:cubicBezTo>
                  <a:cubicBezTo>
                    <a:pt x="587720" y="665871"/>
                    <a:pt x="706231" y="521208"/>
                    <a:pt x="706374" y="353173"/>
                  </a:cubicBezTo>
                  <a:close/>
                </a:path>
              </a:pathLst>
            </a:custGeom>
            <a:solidFill>
              <a:schemeClr val="accent1"/>
            </a:solidFill>
            <a:ln w="1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olidFill>
                    <a:schemeClr val="lt1"/>
                  </a:solidFill>
                  <a:schemeClr val="lt1"/>
                </a:solidFill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572F2A4-792B-23D0-BC9A-58FAB94BD410}"/>
                </a:ext>
              </a:extLst>
            </p:cNvPr>
            <p:cNvSpPr/>
            <p:nvPr/>
          </p:nvSpPr>
          <p:spPr>
            <a:xfrm rot="16200000">
              <a:off x="4366964" y="5736914"/>
              <a:ext cx="122072" cy="122072"/>
            </a:xfrm>
            <a:custGeom>
              <a:avLst/>
              <a:gdLst>
                <a:gd name="connsiteX0" fmla="*/ 122072 w 122072"/>
                <a:gd name="connsiteY0" fmla="*/ 61036 h 122072"/>
                <a:gd name="connsiteX1" fmla="*/ 61036 w 122072"/>
                <a:gd name="connsiteY1" fmla="*/ 122072 h 122072"/>
                <a:gd name="connsiteX2" fmla="*/ 0 w 122072"/>
                <a:gd name="connsiteY2" fmla="*/ 61036 h 122072"/>
                <a:gd name="connsiteX3" fmla="*/ 61036 w 122072"/>
                <a:gd name="connsiteY3" fmla="*/ 0 h 122072"/>
                <a:gd name="connsiteX4" fmla="*/ 122072 w 122072"/>
                <a:gd name="connsiteY4" fmla="*/ 61036 h 122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072" h="122072">
                  <a:moveTo>
                    <a:pt x="122072" y="61036"/>
                  </a:moveTo>
                  <a:cubicBezTo>
                    <a:pt x="122072" y="94750"/>
                    <a:pt x="94746" y="122072"/>
                    <a:pt x="61036" y="122072"/>
                  </a:cubicBezTo>
                  <a:cubicBezTo>
                    <a:pt x="27326" y="122072"/>
                    <a:pt x="0" y="94750"/>
                    <a:pt x="0" y="61036"/>
                  </a:cubicBezTo>
                  <a:cubicBezTo>
                    <a:pt x="0" y="27322"/>
                    <a:pt x="27326" y="0"/>
                    <a:pt x="61036" y="0"/>
                  </a:cubicBezTo>
                  <a:cubicBezTo>
                    <a:pt x="94714" y="69"/>
                    <a:pt x="121997" y="27363"/>
                    <a:pt x="122072" y="61036"/>
                  </a:cubicBezTo>
                  <a:close/>
                </a:path>
              </a:pathLst>
            </a:custGeom>
            <a:solidFill>
              <a:srgbClr val="FFFFFF"/>
            </a:solidFill>
            <a:ln w="1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olidFill>
                    <a:schemeClr val="dk1"/>
                  </a:solidFill>
                  <a:schemeClr val="dk1"/>
                </a:solidFill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F3C775F-AD90-8250-CB1F-BE256B661178}"/>
                </a:ext>
              </a:extLst>
            </p:cNvPr>
            <p:cNvSpPr/>
            <p:nvPr/>
          </p:nvSpPr>
          <p:spPr>
            <a:xfrm>
              <a:off x="2794562" y="5518281"/>
              <a:ext cx="559338" cy="559338"/>
            </a:xfrm>
            <a:custGeom>
              <a:avLst/>
              <a:gdLst>
                <a:gd name="connsiteX0" fmla="*/ 559338 w 559338"/>
                <a:gd name="connsiteY0" fmla="*/ 279669 h 559338"/>
                <a:gd name="connsiteX1" fmla="*/ 279669 w 559338"/>
                <a:gd name="connsiteY1" fmla="*/ 559339 h 559338"/>
                <a:gd name="connsiteX2" fmla="*/ 0 w 559338"/>
                <a:gd name="connsiteY2" fmla="*/ 279669 h 559338"/>
                <a:gd name="connsiteX3" fmla="*/ 279669 w 559338"/>
                <a:gd name="connsiteY3" fmla="*/ 0 h 559338"/>
                <a:gd name="connsiteX4" fmla="*/ 559338 w 559338"/>
                <a:gd name="connsiteY4" fmla="*/ 279669 h 559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9338" h="559338">
                  <a:moveTo>
                    <a:pt x="559338" y="279669"/>
                  </a:moveTo>
                  <a:cubicBezTo>
                    <a:pt x="559338" y="434126"/>
                    <a:pt x="434126" y="559339"/>
                    <a:pt x="279669" y="559339"/>
                  </a:cubicBezTo>
                  <a:cubicBezTo>
                    <a:pt x="125212" y="559339"/>
                    <a:pt x="0" y="434127"/>
                    <a:pt x="0" y="279669"/>
                  </a:cubicBezTo>
                  <a:cubicBezTo>
                    <a:pt x="0" y="125212"/>
                    <a:pt x="125212" y="0"/>
                    <a:pt x="279669" y="0"/>
                  </a:cubicBezTo>
                  <a:cubicBezTo>
                    <a:pt x="434126" y="0"/>
                    <a:pt x="559338" y="125212"/>
                    <a:pt x="559338" y="279669"/>
                  </a:cubicBezTo>
                  <a:close/>
                </a:path>
              </a:pathLst>
            </a:custGeom>
            <a:gradFill>
              <a:gsLst>
                <a:gs pos="0">
                  <a:srgbClr val="EAEAEA"/>
                </a:gs>
                <a:gs pos="100000">
                  <a:srgbClr val="FEFFFF"/>
                </a:gs>
              </a:gsLst>
              <a:lin ang="13500000" scaled="1"/>
            </a:gradFill>
            <a:ln w="12700" cmpd="sng">
              <a:noFill/>
              <a:prstDash val="solid"/>
            </a:ln>
            <a:effectLst>
              <a:outerShdw blurRad="317500" dist="127000" dir="2700000" algn="tl" rotWithShape="0">
                <a:prstClr val="black">
                  <a:alpha val="60000"/>
                </a:prstClr>
              </a:outerShd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solidFill>
                  <a:solidFill>
                    <a:schemeClr val="dk1"/>
                  </a:solidFill>
                  <a:schemeClr val="dk1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9797758-2D69-4384-A271-D8B4E6B8F5B6}"/>
              </a:ext>
            </a:extLst>
          </p:cNvPr>
          <p:cNvGrpSpPr/>
          <p:nvPr/>
        </p:nvGrpSpPr>
        <p:grpSpPr>
          <a:xfrm>
            <a:off x="5300666" y="3985044"/>
            <a:ext cx="706374" cy="1176425"/>
            <a:chOff x="4942859" y="3985044"/>
            <a:chExt cx="706374" cy="1176425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8A22C82-68EE-EF20-8164-0DCF584205A3}"/>
                </a:ext>
              </a:extLst>
            </p:cNvPr>
            <p:cNvSpPr/>
            <p:nvPr/>
          </p:nvSpPr>
          <p:spPr>
            <a:xfrm>
              <a:off x="4942859" y="3985044"/>
              <a:ext cx="706374" cy="1176425"/>
            </a:xfrm>
            <a:custGeom>
              <a:avLst/>
              <a:gdLst>
                <a:gd name="connsiteX0" fmla="*/ 706374 w 706374"/>
                <a:gd name="connsiteY0" fmla="*/ 353173 h 1176425"/>
                <a:gd name="connsiteX1" fmla="*/ 353173 w 706374"/>
                <a:gd name="connsiteY1" fmla="*/ 0 h 1176425"/>
                <a:gd name="connsiteX2" fmla="*/ 0 w 706374"/>
                <a:gd name="connsiteY2" fmla="*/ 353200 h 1176425"/>
                <a:gd name="connsiteX3" fmla="*/ 281178 w 706374"/>
                <a:gd name="connsiteY3" fmla="*/ 698953 h 1176425"/>
                <a:gd name="connsiteX4" fmla="*/ 342763 w 706374"/>
                <a:gd name="connsiteY4" fmla="*/ 773706 h 1176425"/>
                <a:gd name="connsiteX5" fmla="*/ 342763 w 706374"/>
                <a:gd name="connsiteY5" fmla="*/ 903185 h 1176425"/>
                <a:gd name="connsiteX6" fmla="*/ 293522 w 706374"/>
                <a:gd name="connsiteY6" fmla="*/ 995493 h 1176425"/>
                <a:gd name="connsiteX7" fmla="*/ 252374 w 706374"/>
                <a:gd name="connsiteY7" fmla="*/ 1080395 h 1176425"/>
                <a:gd name="connsiteX8" fmla="*/ 350444 w 706374"/>
                <a:gd name="connsiteY8" fmla="*/ 1176407 h 1176425"/>
                <a:gd name="connsiteX9" fmla="*/ 452162 w 706374"/>
                <a:gd name="connsiteY9" fmla="*/ 1078448 h 1176425"/>
                <a:gd name="connsiteX10" fmla="*/ 409834 w 706374"/>
                <a:gd name="connsiteY10" fmla="*/ 994945 h 1176425"/>
                <a:gd name="connsiteX11" fmla="*/ 361965 w 706374"/>
                <a:gd name="connsiteY11" fmla="*/ 903596 h 1176425"/>
                <a:gd name="connsiteX12" fmla="*/ 361965 w 706374"/>
                <a:gd name="connsiteY12" fmla="*/ 774117 h 1176425"/>
                <a:gd name="connsiteX13" fmla="*/ 423001 w 706374"/>
                <a:gd name="connsiteY13" fmla="*/ 699502 h 1176425"/>
                <a:gd name="connsiteX14" fmla="*/ 706374 w 706374"/>
                <a:gd name="connsiteY14" fmla="*/ 353173 h 11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06374" h="1176425">
                  <a:moveTo>
                    <a:pt x="706374" y="353173"/>
                  </a:moveTo>
                  <a:cubicBezTo>
                    <a:pt x="706374" y="158118"/>
                    <a:pt x="548229" y="-14"/>
                    <a:pt x="353173" y="0"/>
                  </a:cubicBezTo>
                  <a:cubicBezTo>
                    <a:pt x="158118" y="0"/>
                    <a:pt x="0" y="158132"/>
                    <a:pt x="0" y="353200"/>
                  </a:cubicBezTo>
                  <a:cubicBezTo>
                    <a:pt x="0" y="520495"/>
                    <a:pt x="117395" y="664842"/>
                    <a:pt x="281178" y="698953"/>
                  </a:cubicBezTo>
                  <a:cubicBezTo>
                    <a:pt x="316867" y="706058"/>
                    <a:pt x="342612" y="737317"/>
                    <a:pt x="342763" y="773706"/>
                  </a:cubicBezTo>
                  <a:lnTo>
                    <a:pt x="342763" y="903185"/>
                  </a:lnTo>
                  <a:cubicBezTo>
                    <a:pt x="342077" y="940067"/>
                    <a:pt x="323766" y="974384"/>
                    <a:pt x="293522" y="995493"/>
                  </a:cubicBezTo>
                  <a:cubicBezTo>
                    <a:pt x="266406" y="1015066"/>
                    <a:pt x="250934" y="1046970"/>
                    <a:pt x="252374" y="1080395"/>
                  </a:cubicBezTo>
                  <a:cubicBezTo>
                    <a:pt x="255063" y="1133065"/>
                    <a:pt x="297733" y="1174830"/>
                    <a:pt x="350444" y="1176407"/>
                  </a:cubicBezTo>
                  <a:cubicBezTo>
                    <a:pt x="405582" y="1177450"/>
                    <a:pt x="451119" y="1133586"/>
                    <a:pt x="452162" y="1078448"/>
                  </a:cubicBezTo>
                  <a:cubicBezTo>
                    <a:pt x="452779" y="1045323"/>
                    <a:pt x="436923" y="1014038"/>
                    <a:pt x="409834" y="994945"/>
                  </a:cubicBezTo>
                  <a:cubicBezTo>
                    <a:pt x="380002" y="974069"/>
                    <a:pt x="362157" y="940012"/>
                    <a:pt x="361965" y="903596"/>
                  </a:cubicBezTo>
                  <a:lnTo>
                    <a:pt x="361965" y="774117"/>
                  </a:lnTo>
                  <a:cubicBezTo>
                    <a:pt x="362020" y="737907"/>
                    <a:pt x="387518" y="706730"/>
                    <a:pt x="423001" y="699502"/>
                  </a:cubicBezTo>
                  <a:cubicBezTo>
                    <a:pt x="587868" y="666254"/>
                    <a:pt x="706429" y="521359"/>
                    <a:pt x="706374" y="353173"/>
                  </a:cubicBezTo>
                  <a:close/>
                </a:path>
              </a:pathLst>
            </a:custGeom>
            <a:solidFill>
              <a:schemeClr val="accent2"/>
            </a:solidFill>
            <a:ln w="1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olidFill>
                    <a:schemeClr val="lt1"/>
                  </a:solidFill>
                  <a:schemeClr val="lt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3503D7A-26D5-B253-52CB-07AAAB92E9A6}"/>
                </a:ext>
              </a:extLst>
            </p:cNvPr>
            <p:cNvSpPr/>
            <p:nvPr/>
          </p:nvSpPr>
          <p:spPr>
            <a:xfrm>
              <a:off x="5234736" y="5000014"/>
              <a:ext cx="122346" cy="122346"/>
            </a:xfrm>
            <a:custGeom>
              <a:avLst/>
              <a:gdLst>
                <a:gd name="connsiteX0" fmla="*/ 122347 w 122346"/>
                <a:gd name="connsiteY0" fmla="*/ 61173 h 122346"/>
                <a:gd name="connsiteX1" fmla="*/ 61173 w 122346"/>
                <a:gd name="connsiteY1" fmla="*/ 122346 h 122346"/>
                <a:gd name="connsiteX2" fmla="*/ 0 w 122346"/>
                <a:gd name="connsiteY2" fmla="*/ 61173 h 122346"/>
                <a:gd name="connsiteX3" fmla="*/ 61173 w 122346"/>
                <a:gd name="connsiteY3" fmla="*/ 0 h 122346"/>
                <a:gd name="connsiteX4" fmla="*/ 61311 w 122346"/>
                <a:gd name="connsiteY4" fmla="*/ 0 h 122346"/>
                <a:gd name="connsiteX5" fmla="*/ 122347 w 122346"/>
                <a:gd name="connsiteY5" fmla="*/ 61173 h 12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2346" h="122346">
                  <a:moveTo>
                    <a:pt x="122347" y="61173"/>
                  </a:moveTo>
                  <a:cubicBezTo>
                    <a:pt x="122347" y="94956"/>
                    <a:pt x="94956" y="122346"/>
                    <a:pt x="61173" y="122346"/>
                  </a:cubicBezTo>
                  <a:cubicBezTo>
                    <a:pt x="27391" y="122346"/>
                    <a:pt x="0" y="94956"/>
                    <a:pt x="0" y="61173"/>
                  </a:cubicBezTo>
                  <a:cubicBezTo>
                    <a:pt x="0" y="27391"/>
                    <a:pt x="27391" y="0"/>
                    <a:pt x="61173" y="0"/>
                  </a:cubicBezTo>
                  <a:cubicBezTo>
                    <a:pt x="61214" y="0"/>
                    <a:pt x="61269" y="0"/>
                    <a:pt x="61311" y="0"/>
                  </a:cubicBezTo>
                  <a:cubicBezTo>
                    <a:pt x="95038" y="82"/>
                    <a:pt x="122347" y="27446"/>
                    <a:pt x="122347" y="61173"/>
                  </a:cubicBezTo>
                  <a:close/>
                </a:path>
              </a:pathLst>
            </a:custGeom>
            <a:solidFill>
              <a:srgbClr val="FFFFFF"/>
            </a:solidFill>
            <a:ln w="1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olidFill>
                    <a:schemeClr val="dk1"/>
                  </a:solidFill>
                  <a:schemeClr val="dk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5FD7942-FCFB-FC49-00BC-307E7D97375E}"/>
                </a:ext>
              </a:extLst>
            </p:cNvPr>
            <p:cNvSpPr/>
            <p:nvPr/>
          </p:nvSpPr>
          <p:spPr>
            <a:xfrm>
              <a:off x="5016377" y="4058547"/>
              <a:ext cx="559338" cy="559338"/>
            </a:xfrm>
            <a:custGeom>
              <a:avLst/>
              <a:gdLst>
                <a:gd name="connsiteX0" fmla="*/ 559339 w 559338"/>
                <a:gd name="connsiteY0" fmla="*/ 279669 h 559338"/>
                <a:gd name="connsiteX1" fmla="*/ 279669 w 559338"/>
                <a:gd name="connsiteY1" fmla="*/ 559339 h 559338"/>
                <a:gd name="connsiteX2" fmla="*/ 0 w 559338"/>
                <a:gd name="connsiteY2" fmla="*/ 279669 h 559338"/>
                <a:gd name="connsiteX3" fmla="*/ 279669 w 559338"/>
                <a:gd name="connsiteY3" fmla="*/ 0 h 559338"/>
                <a:gd name="connsiteX4" fmla="*/ 559339 w 559338"/>
                <a:gd name="connsiteY4" fmla="*/ 279669 h 559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9338" h="559338">
                  <a:moveTo>
                    <a:pt x="559339" y="279669"/>
                  </a:moveTo>
                  <a:cubicBezTo>
                    <a:pt x="559339" y="434126"/>
                    <a:pt x="434126" y="559339"/>
                    <a:pt x="279669" y="559339"/>
                  </a:cubicBezTo>
                  <a:cubicBezTo>
                    <a:pt x="125212" y="559339"/>
                    <a:pt x="0" y="434127"/>
                    <a:pt x="0" y="279669"/>
                  </a:cubicBezTo>
                  <a:cubicBezTo>
                    <a:pt x="0" y="125212"/>
                    <a:pt x="125212" y="0"/>
                    <a:pt x="279669" y="0"/>
                  </a:cubicBezTo>
                  <a:cubicBezTo>
                    <a:pt x="434126" y="0"/>
                    <a:pt x="559339" y="125212"/>
                    <a:pt x="559339" y="279669"/>
                  </a:cubicBezTo>
                  <a:close/>
                </a:path>
              </a:pathLst>
            </a:custGeom>
            <a:gradFill>
              <a:gsLst>
                <a:gs pos="0">
                  <a:srgbClr val="EAEAEA"/>
                </a:gs>
                <a:gs pos="100000">
                  <a:srgbClr val="FEFFFF"/>
                </a:gs>
              </a:gsLst>
              <a:lin ang="13500000" scaled="1"/>
            </a:gradFill>
            <a:ln w="12700" cmpd="sng">
              <a:noFill/>
              <a:prstDash val="solid"/>
            </a:ln>
            <a:effectLst>
              <a:outerShdw blurRad="317500" dist="127000" dir="2700000" algn="tl" rotWithShape="0">
                <a:prstClr val="black">
                  <a:alpha val="60000"/>
                </a:prstClr>
              </a:outerShd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solidFill>
                  <a:solidFill>
                    <a:schemeClr val="dk1"/>
                  </a:solidFill>
                  <a:schemeClr val="dk1"/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219C56F-32DA-DCF5-DD3D-A36EE37A12BB}"/>
              </a:ext>
            </a:extLst>
          </p:cNvPr>
          <p:cNvGrpSpPr/>
          <p:nvPr/>
        </p:nvGrpSpPr>
        <p:grpSpPr>
          <a:xfrm>
            <a:off x="7642437" y="4665497"/>
            <a:ext cx="1625350" cy="706374"/>
            <a:chOff x="7284630" y="4665497"/>
            <a:chExt cx="1625350" cy="70637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04B183A-D040-938B-2CA7-78119E6CE971}"/>
                </a:ext>
              </a:extLst>
            </p:cNvPr>
            <p:cNvSpPr/>
            <p:nvPr/>
          </p:nvSpPr>
          <p:spPr>
            <a:xfrm>
              <a:off x="7284630" y="4665497"/>
              <a:ext cx="1625350" cy="706374"/>
            </a:xfrm>
            <a:custGeom>
              <a:avLst/>
              <a:gdLst>
                <a:gd name="connsiteX0" fmla="*/ 1272040 w 1625350"/>
                <a:gd name="connsiteY0" fmla="*/ 706374 h 706374"/>
                <a:gd name="connsiteX1" fmla="*/ 1625350 w 1625350"/>
                <a:gd name="connsiteY1" fmla="*/ 353311 h 706374"/>
                <a:gd name="connsiteX2" fmla="*/ 1272301 w 1625350"/>
                <a:gd name="connsiteY2" fmla="*/ 0 h 706374"/>
                <a:gd name="connsiteX3" fmla="*/ 926260 w 1625350"/>
                <a:gd name="connsiteY3" fmla="*/ 281864 h 706374"/>
                <a:gd name="connsiteX4" fmla="*/ 851508 w 1625350"/>
                <a:gd name="connsiteY4" fmla="*/ 343449 h 706374"/>
                <a:gd name="connsiteX5" fmla="*/ 273241 w 1625350"/>
                <a:gd name="connsiteY5" fmla="*/ 343449 h 706374"/>
                <a:gd name="connsiteX6" fmla="*/ 180932 w 1625350"/>
                <a:gd name="connsiteY6" fmla="*/ 294071 h 706374"/>
                <a:gd name="connsiteX7" fmla="*/ 96030 w 1625350"/>
                <a:gd name="connsiteY7" fmla="*/ 252923 h 706374"/>
                <a:gd name="connsiteX8" fmla="*/ 18 w 1625350"/>
                <a:gd name="connsiteY8" fmla="*/ 350992 h 706374"/>
                <a:gd name="connsiteX9" fmla="*/ 97978 w 1625350"/>
                <a:gd name="connsiteY9" fmla="*/ 452711 h 706374"/>
                <a:gd name="connsiteX10" fmla="*/ 181481 w 1625350"/>
                <a:gd name="connsiteY10" fmla="*/ 410383 h 706374"/>
                <a:gd name="connsiteX11" fmla="*/ 272829 w 1625350"/>
                <a:gd name="connsiteY11" fmla="*/ 362514 h 706374"/>
                <a:gd name="connsiteX12" fmla="*/ 851096 w 1625350"/>
                <a:gd name="connsiteY12" fmla="*/ 362514 h 706374"/>
                <a:gd name="connsiteX13" fmla="*/ 925711 w 1625350"/>
                <a:gd name="connsiteY13" fmla="*/ 423550 h 706374"/>
                <a:gd name="connsiteX14" fmla="*/ 1272040 w 1625350"/>
                <a:gd name="connsiteY14" fmla="*/ 706374 h 706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25350" h="706374">
                  <a:moveTo>
                    <a:pt x="1272040" y="706374"/>
                  </a:moveTo>
                  <a:cubicBezTo>
                    <a:pt x="1467095" y="706443"/>
                    <a:pt x="1625282" y="548380"/>
                    <a:pt x="1625350" y="353311"/>
                  </a:cubicBezTo>
                  <a:cubicBezTo>
                    <a:pt x="1625433" y="158255"/>
                    <a:pt x="1467356" y="69"/>
                    <a:pt x="1272301" y="0"/>
                  </a:cubicBezTo>
                  <a:cubicBezTo>
                    <a:pt x="1104677" y="-69"/>
                    <a:pt x="960111" y="117697"/>
                    <a:pt x="926260" y="281864"/>
                  </a:cubicBezTo>
                  <a:cubicBezTo>
                    <a:pt x="919155" y="317553"/>
                    <a:pt x="887896" y="343298"/>
                    <a:pt x="851508" y="343449"/>
                  </a:cubicBezTo>
                  <a:lnTo>
                    <a:pt x="273241" y="343449"/>
                  </a:lnTo>
                  <a:cubicBezTo>
                    <a:pt x="236345" y="342708"/>
                    <a:pt x="202027" y="324342"/>
                    <a:pt x="180932" y="294071"/>
                  </a:cubicBezTo>
                  <a:cubicBezTo>
                    <a:pt x="161305" y="267010"/>
                    <a:pt x="129429" y="251565"/>
                    <a:pt x="96030" y="252923"/>
                  </a:cubicBezTo>
                  <a:cubicBezTo>
                    <a:pt x="43306" y="255488"/>
                    <a:pt x="1458" y="298227"/>
                    <a:pt x="18" y="350992"/>
                  </a:cubicBezTo>
                  <a:cubicBezTo>
                    <a:pt x="-1024" y="406131"/>
                    <a:pt x="42840" y="451668"/>
                    <a:pt x="97978" y="452711"/>
                  </a:cubicBezTo>
                  <a:cubicBezTo>
                    <a:pt x="131102" y="453327"/>
                    <a:pt x="162388" y="437472"/>
                    <a:pt x="181481" y="410383"/>
                  </a:cubicBezTo>
                  <a:cubicBezTo>
                    <a:pt x="202357" y="380550"/>
                    <a:pt x="236413" y="362706"/>
                    <a:pt x="272829" y="362514"/>
                  </a:cubicBezTo>
                  <a:lnTo>
                    <a:pt x="851096" y="362514"/>
                  </a:lnTo>
                  <a:cubicBezTo>
                    <a:pt x="887306" y="362569"/>
                    <a:pt x="918483" y="388067"/>
                    <a:pt x="925711" y="423550"/>
                  </a:cubicBezTo>
                  <a:cubicBezTo>
                    <a:pt x="959178" y="588197"/>
                    <a:pt x="1104019" y="706484"/>
                    <a:pt x="1272040" y="706374"/>
                  </a:cubicBezTo>
                  <a:close/>
                </a:path>
              </a:pathLst>
            </a:custGeom>
            <a:solidFill>
              <a:schemeClr val="accent3"/>
            </a:solidFill>
            <a:ln w="1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olidFill>
                    <a:schemeClr val="dk1"/>
                  </a:solidFill>
                  <a:schemeClr val="dk1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E318E73-D900-CF72-9428-0D25694FE314}"/>
                </a:ext>
              </a:extLst>
            </p:cNvPr>
            <p:cNvSpPr/>
            <p:nvPr/>
          </p:nvSpPr>
          <p:spPr>
            <a:xfrm>
              <a:off x="7324013" y="4957648"/>
              <a:ext cx="122072" cy="122072"/>
            </a:xfrm>
            <a:custGeom>
              <a:avLst/>
              <a:gdLst>
                <a:gd name="connsiteX0" fmla="*/ 60899 w 122072"/>
                <a:gd name="connsiteY0" fmla="*/ 122073 h 122072"/>
                <a:gd name="connsiteX1" fmla="*/ 0 w 122072"/>
                <a:gd name="connsiteY1" fmla="*/ 60899 h 122072"/>
                <a:gd name="connsiteX2" fmla="*/ 61174 w 122072"/>
                <a:gd name="connsiteY2" fmla="*/ 0 h 122072"/>
                <a:gd name="connsiteX3" fmla="*/ 122073 w 122072"/>
                <a:gd name="connsiteY3" fmla="*/ 61036 h 122072"/>
                <a:gd name="connsiteX4" fmla="*/ 61037 w 122072"/>
                <a:gd name="connsiteY4" fmla="*/ 122073 h 122072"/>
                <a:gd name="connsiteX5" fmla="*/ 60899 w 122072"/>
                <a:gd name="connsiteY5" fmla="*/ 122073 h 122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2072" h="122072">
                  <a:moveTo>
                    <a:pt x="60899" y="122073"/>
                  </a:moveTo>
                  <a:cubicBezTo>
                    <a:pt x="27185" y="121990"/>
                    <a:pt x="-82" y="94613"/>
                    <a:pt x="0" y="60899"/>
                  </a:cubicBezTo>
                  <a:cubicBezTo>
                    <a:pt x="83" y="27185"/>
                    <a:pt x="27460" y="-82"/>
                    <a:pt x="61174" y="0"/>
                  </a:cubicBezTo>
                  <a:cubicBezTo>
                    <a:pt x="94833" y="82"/>
                    <a:pt x="122073" y="27377"/>
                    <a:pt x="122073" y="61036"/>
                  </a:cubicBezTo>
                  <a:cubicBezTo>
                    <a:pt x="122073" y="94750"/>
                    <a:pt x="94750" y="122073"/>
                    <a:pt x="61037" y="122073"/>
                  </a:cubicBezTo>
                  <a:cubicBezTo>
                    <a:pt x="60995" y="122073"/>
                    <a:pt x="60940" y="122073"/>
                    <a:pt x="60899" y="122073"/>
                  </a:cubicBezTo>
                  <a:close/>
                </a:path>
              </a:pathLst>
            </a:custGeom>
            <a:solidFill>
              <a:srgbClr val="FFFFFF"/>
            </a:solidFill>
            <a:ln w="1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olidFill>
                    <a:schemeClr val="dk1"/>
                  </a:solidFill>
                  <a:schemeClr val="dk1"/>
                </a:solidFill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FB8336D-2564-589C-F82D-E172D3656E43}"/>
                </a:ext>
              </a:extLst>
            </p:cNvPr>
            <p:cNvSpPr/>
            <p:nvPr/>
          </p:nvSpPr>
          <p:spPr>
            <a:xfrm>
              <a:off x="8276719" y="4739015"/>
              <a:ext cx="559338" cy="559338"/>
            </a:xfrm>
            <a:custGeom>
              <a:avLst/>
              <a:gdLst>
                <a:gd name="connsiteX0" fmla="*/ 559339 w 559338"/>
                <a:gd name="connsiteY0" fmla="*/ 279669 h 559338"/>
                <a:gd name="connsiteX1" fmla="*/ 279669 w 559338"/>
                <a:gd name="connsiteY1" fmla="*/ 559339 h 559338"/>
                <a:gd name="connsiteX2" fmla="*/ 0 w 559338"/>
                <a:gd name="connsiteY2" fmla="*/ 279669 h 559338"/>
                <a:gd name="connsiteX3" fmla="*/ 279669 w 559338"/>
                <a:gd name="connsiteY3" fmla="*/ 0 h 559338"/>
                <a:gd name="connsiteX4" fmla="*/ 559339 w 559338"/>
                <a:gd name="connsiteY4" fmla="*/ 279669 h 559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9338" h="559338">
                  <a:moveTo>
                    <a:pt x="559339" y="279669"/>
                  </a:moveTo>
                  <a:cubicBezTo>
                    <a:pt x="559339" y="434126"/>
                    <a:pt x="434126" y="559339"/>
                    <a:pt x="279669" y="559339"/>
                  </a:cubicBezTo>
                  <a:cubicBezTo>
                    <a:pt x="125212" y="559339"/>
                    <a:pt x="0" y="434127"/>
                    <a:pt x="0" y="279669"/>
                  </a:cubicBezTo>
                  <a:cubicBezTo>
                    <a:pt x="0" y="125212"/>
                    <a:pt x="125212" y="0"/>
                    <a:pt x="279669" y="0"/>
                  </a:cubicBezTo>
                  <a:cubicBezTo>
                    <a:pt x="434126" y="0"/>
                    <a:pt x="559339" y="125212"/>
                    <a:pt x="559339" y="279669"/>
                  </a:cubicBezTo>
                  <a:close/>
                </a:path>
              </a:pathLst>
            </a:custGeom>
            <a:gradFill>
              <a:gsLst>
                <a:gs pos="0">
                  <a:srgbClr val="EAEAEA"/>
                </a:gs>
                <a:gs pos="100000">
                  <a:srgbClr val="FEFFFF"/>
                </a:gs>
              </a:gsLst>
              <a:lin ang="13500000" scaled="1"/>
            </a:gradFill>
            <a:ln w="12700" cmpd="sng">
              <a:noFill/>
              <a:prstDash val="solid"/>
            </a:ln>
            <a:effectLst>
              <a:outerShdw blurRad="317500" dist="127000" dir="2700000" algn="tl" rotWithShape="0">
                <a:prstClr val="black">
                  <a:alpha val="60000"/>
                </a:prstClr>
              </a:outerShd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solidFill>
                  <a:solidFill>
                    <a:schemeClr val="dk1"/>
                  </a:solidFill>
                  <a:schemeClr val="dk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2222623-8D49-1ED3-06D2-698B4E9A837A}"/>
              </a:ext>
            </a:extLst>
          </p:cNvPr>
          <p:cNvGrpSpPr/>
          <p:nvPr/>
        </p:nvGrpSpPr>
        <p:grpSpPr>
          <a:xfrm>
            <a:off x="6531167" y="3202686"/>
            <a:ext cx="1981829" cy="706374"/>
            <a:chOff x="6173360" y="3202686"/>
            <a:chExt cx="1981829" cy="70637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DBBC043-2C02-3967-3181-5CEB509A4C51}"/>
                </a:ext>
              </a:extLst>
            </p:cNvPr>
            <p:cNvSpPr/>
            <p:nvPr/>
          </p:nvSpPr>
          <p:spPr>
            <a:xfrm>
              <a:off x="6173360" y="3202686"/>
              <a:ext cx="1981829" cy="706374"/>
            </a:xfrm>
            <a:custGeom>
              <a:avLst/>
              <a:gdLst>
                <a:gd name="connsiteX0" fmla="*/ 1628656 w 1981829"/>
                <a:gd name="connsiteY0" fmla="*/ 706374 h 706374"/>
                <a:gd name="connsiteX1" fmla="*/ 1981829 w 1981829"/>
                <a:gd name="connsiteY1" fmla="*/ 353173 h 706374"/>
                <a:gd name="connsiteX2" fmla="*/ 1628629 w 1981829"/>
                <a:gd name="connsiteY2" fmla="*/ 0 h 706374"/>
                <a:gd name="connsiteX3" fmla="*/ 1282876 w 1981829"/>
                <a:gd name="connsiteY3" fmla="*/ 281178 h 706374"/>
                <a:gd name="connsiteX4" fmla="*/ 1208124 w 1981829"/>
                <a:gd name="connsiteY4" fmla="*/ 342900 h 706374"/>
                <a:gd name="connsiteX5" fmla="*/ 273241 w 1981829"/>
                <a:gd name="connsiteY5" fmla="*/ 342900 h 706374"/>
                <a:gd name="connsiteX6" fmla="*/ 180932 w 1981829"/>
                <a:gd name="connsiteY6" fmla="*/ 293522 h 706374"/>
                <a:gd name="connsiteX7" fmla="*/ 96030 w 1981829"/>
                <a:gd name="connsiteY7" fmla="*/ 252374 h 706374"/>
                <a:gd name="connsiteX8" fmla="*/ 18 w 1981829"/>
                <a:gd name="connsiteY8" fmla="*/ 350444 h 706374"/>
                <a:gd name="connsiteX9" fmla="*/ 97978 w 1981829"/>
                <a:gd name="connsiteY9" fmla="*/ 452162 h 706374"/>
                <a:gd name="connsiteX10" fmla="*/ 181481 w 1981829"/>
                <a:gd name="connsiteY10" fmla="*/ 409834 h 706374"/>
                <a:gd name="connsiteX11" fmla="*/ 272829 w 1981829"/>
                <a:gd name="connsiteY11" fmla="*/ 361965 h 706374"/>
                <a:gd name="connsiteX12" fmla="*/ 1207712 w 1981829"/>
                <a:gd name="connsiteY12" fmla="*/ 361965 h 706374"/>
                <a:gd name="connsiteX13" fmla="*/ 1282327 w 1981829"/>
                <a:gd name="connsiteY13" fmla="*/ 423139 h 706374"/>
                <a:gd name="connsiteX14" fmla="*/ 1628656 w 1981829"/>
                <a:gd name="connsiteY14" fmla="*/ 706374 h 706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981829" h="706374">
                  <a:moveTo>
                    <a:pt x="1628656" y="706374"/>
                  </a:moveTo>
                  <a:cubicBezTo>
                    <a:pt x="1823712" y="706374"/>
                    <a:pt x="1981843" y="548229"/>
                    <a:pt x="1981829" y="353173"/>
                  </a:cubicBezTo>
                  <a:cubicBezTo>
                    <a:pt x="1981829" y="158118"/>
                    <a:pt x="1823698" y="0"/>
                    <a:pt x="1628629" y="0"/>
                  </a:cubicBezTo>
                  <a:cubicBezTo>
                    <a:pt x="1461335" y="0"/>
                    <a:pt x="1316988" y="117395"/>
                    <a:pt x="1282876" y="281178"/>
                  </a:cubicBezTo>
                  <a:cubicBezTo>
                    <a:pt x="1275826" y="316922"/>
                    <a:pt x="1244553" y="342736"/>
                    <a:pt x="1208124" y="342900"/>
                  </a:cubicBezTo>
                  <a:lnTo>
                    <a:pt x="273241" y="342900"/>
                  </a:lnTo>
                  <a:cubicBezTo>
                    <a:pt x="236345" y="342160"/>
                    <a:pt x="202028" y="323794"/>
                    <a:pt x="180932" y="293522"/>
                  </a:cubicBezTo>
                  <a:cubicBezTo>
                    <a:pt x="161277" y="266502"/>
                    <a:pt x="129429" y="251058"/>
                    <a:pt x="96030" y="252374"/>
                  </a:cubicBezTo>
                  <a:cubicBezTo>
                    <a:pt x="43375" y="255063"/>
                    <a:pt x="1596" y="297733"/>
                    <a:pt x="18" y="350444"/>
                  </a:cubicBezTo>
                  <a:cubicBezTo>
                    <a:pt x="-1024" y="405582"/>
                    <a:pt x="42840" y="451119"/>
                    <a:pt x="97978" y="452162"/>
                  </a:cubicBezTo>
                  <a:cubicBezTo>
                    <a:pt x="131102" y="452779"/>
                    <a:pt x="162388" y="436923"/>
                    <a:pt x="181481" y="409834"/>
                  </a:cubicBezTo>
                  <a:cubicBezTo>
                    <a:pt x="202384" y="380029"/>
                    <a:pt x="236427" y="362199"/>
                    <a:pt x="272829" y="361965"/>
                  </a:cubicBezTo>
                  <a:lnTo>
                    <a:pt x="1207712" y="361965"/>
                  </a:lnTo>
                  <a:cubicBezTo>
                    <a:pt x="1243964" y="362034"/>
                    <a:pt x="1275154" y="387600"/>
                    <a:pt x="1282327" y="423139"/>
                  </a:cubicBezTo>
                  <a:cubicBezTo>
                    <a:pt x="1315630" y="587950"/>
                    <a:pt x="1460512" y="706443"/>
                    <a:pt x="1628656" y="706374"/>
                  </a:cubicBezTo>
                  <a:close/>
                </a:path>
              </a:pathLst>
            </a:custGeom>
            <a:solidFill>
              <a:schemeClr val="accent4"/>
            </a:solidFill>
            <a:ln w="1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olidFill>
                    <a:schemeClr val="dk1"/>
                  </a:solidFill>
                  <a:schemeClr val="dk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105FA0-7F0E-D2BA-6510-271996886D6A}"/>
                </a:ext>
              </a:extLst>
            </p:cNvPr>
            <p:cNvSpPr/>
            <p:nvPr/>
          </p:nvSpPr>
          <p:spPr>
            <a:xfrm>
              <a:off x="6212743" y="3494288"/>
              <a:ext cx="122072" cy="122072"/>
            </a:xfrm>
            <a:custGeom>
              <a:avLst/>
              <a:gdLst>
                <a:gd name="connsiteX0" fmla="*/ 61036 w 122072"/>
                <a:gd name="connsiteY0" fmla="*/ 122073 h 122072"/>
                <a:gd name="connsiteX1" fmla="*/ 0 w 122072"/>
                <a:gd name="connsiteY1" fmla="*/ 61036 h 122072"/>
                <a:gd name="connsiteX2" fmla="*/ 61036 w 122072"/>
                <a:gd name="connsiteY2" fmla="*/ 0 h 122072"/>
                <a:gd name="connsiteX3" fmla="*/ 122072 w 122072"/>
                <a:gd name="connsiteY3" fmla="*/ 61036 h 122072"/>
                <a:gd name="connsiteX4" fmla="*/ 61036 w 122072"/>
                <a:gd name="connsiteY4" fmla="*/ 122073 h 122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072" h="122072">
                  <a:moveTo>
                    <a:pt x="61036" y="122073"/>
                  </a:moveTo>
                  <a:cubicBezTo>
                    <a:pt x="27322" y="122073"/>
                    <a:pt x="0" y="94750"/>
                    <a:pt x="0" y="61036"/>
                  </a:cubicBezTo>
                  <a:cubicBezTo>
                    <a:pt x="0" y="27323"/>
                    <a:pt x="27322" y="0"/>
                    <a:pt x="61036" y="0"/>
                  </a:cubicBezTo>
                  <a:cubicBezTo>
                    <a:pt x="94750" y="0"/>
                    <a:pt x="122072" y="27323"/>
                    <a:pt x="122072" y="61036"/>
                  </a:cubicBezTo>
                  <a:cubicBezTo>
                    <a:pt x="122004" y="94709"/>
                    <a:pt x="94709" y="121990"/>
                    <a:pt x="61036" y="122073"/>
                  </a:cubicBezTo>
                  <a:close/>
                </a:path>
              </a:pathLst>
            </a:custGeom>
            <a:solidFill>
              <a:srgbClr val="FFFFFF"/>
            </a:solidFill>
            <a:ln w="1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olidFill>
                    <a:schemeClr val="dk1"/>
                  </a:solidFill>
                  <a:schemeClr val="dk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907E6D0-AA92-F495-3C9A-A861DB07968F}"/>
                </a:ext>
              </a:extLst>
            </p:cNvPr>
            <p:cNvSpPr/>
            <p:nvPr/>
          </p:nvSpPr>
          <p:spPr>
            <a:xfrm>
              <a:off x="7522347" y="3275655"/>
              <a:ext cx="559338" cy="559338"/>
            </a:xfrm>
            <a:custGeom>
              <a:avLst/>
              <a:gdLst>
                <a:gd name="connsiteX0" fmla="*/ 559339 w 559338"/>
                <a:gd name="connsiteY0" fmla="*/ 279669 h 559338"/>
                <a:gd name="connsiteX1" fmla="*/ 279669 w 559338"/>
                <a:gd name="connsiteY1" fmla="*/ 559339 h 559338"/>
                <a:gd name="connsiteX2" fmla="*/ 0 w 559338"/>
                <a:gd name="connsiteY2" fmla="*/ 279669 h 559338"/>
                <a:gd name="connsiteX3" fmla="*/ 279669 w 559338"/>
                <a:gd name="connsiteY3" fmla="*/ 0 h 559338"/>
                <a:gd name="connsiteX4" fmla="*/ 559339 w 559338"/>
                <a:gd name="connsiteY4" fmla="*/ 279669 h 559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9338" h="559338">
                  <a:moveTo>
                    <a:pt x="559339" y="279669"/>
                  </a:moveTo>
                  <a:cubicBezTo>
                    <a:pt x="559339" y="434126"/>
                    <a:pt x="434127" y="559339"/>
                    <a:pt x="279669" y="559339"/>
                  </a:cubicBezTo>
                  <a:cubicBezTo>
                    <a:pt x="125212" y="559339"/>
                    <a:pt x="0" y="434127"/>
                    <a:pt x="0" y="279669"/>
                  </a:cubicBezTo>
                  <a:cubicBezTo>
                    <a:pt x="0" y="125212"/>
                    <a:pt x="125212" y="0"/>
                    <a:pt x="279669" y="0"/>
                  </a:cubicBezTo>
                  <a:cubicBezTo>
                    <a:pt x="434126" y="0"/>
                    <a:pt x="559339" y="125212"/>
                    <a:pt x="559339" y="279669"/>
                  </a:cubicBezTo>
                  <a:close/>
                </a:path>
              </a:pathLst>
            </a:custGeom>
            <a:gradFill>
              <a:gsLst>
                <a:gs pos="0">
                  <a:srgbClr val="EAEAEA"/>
                </a:gs>
                <a:gs pos="100000">
                  <a:srgbClr val="FEFFFF"/>
                </a:gs>
              </a:gsLst>
              <a:lin ang="13500000" scaled="1"/>
            </a:gradFill>
            <a:ln w="12700" cmpd="sng">
              <a:noFill/>
              <a:prstDash val="solid"/>
            </a:ln>
            <a:effectLst>
              <a:outerShdw blurRad="317500" dist="127000" dir="2700000" algn="tl" rotWithShape="0">
                <a:prstClr val="black">
                  <a:alpha val="60000"/>
                </a:prstClr>
              </a:outerShd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solidFill>
                  <a:solidFill>
                    <a:schemeClr val="dk1"/>
                  </a:solidFill>
                  <a:schemeClr val="dk1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ED6E3DC-1539-41FD-14AC-079DC64D0738}"/>
              </a:ext>
            </a:extLst>
          </p:cNvPr>
          <p:cNvGrpSpPr/>
          <p:nvPr/>
        </p:nvGrpSpPr>
        <p:grpSpPr>
          <a:xfrm>
            <a:off x="4411526" y="1669511"/>
            <a:ext cx="1474339" cy="706374"/>
            <a:chOff x="4053719" y="1669511"/>
            <a:chExt cx="1474339" cy="706374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2DA0D0B-74F1-42C1-ABE9-189CE01059AE}"/>
                </a:ext>
              </a:extLst>
            </p:cNvPr>
            <p:cNvSpPr/>
            <p:nvPr/>
          </p:nvSpPr>
          <p:spPr>
            <a:xfrm>
              <a:off x="4053719" y="1669511"/>
              <a:ext cx="1474339" cy="706374"/>
            </a:xfrm>
            <a:custGeom>
              <a:avLst/>
              <a:gdLst>
                <a:gd name="connsiteX0" fmla="*/ 353175 w 1474339"/>
                <a:gd name="connsiteY0" fmla="*/ 0 h 706374"/>
                <a:gd name="connsiteX1" fmla="*/ 0 w 1474339"/>
                <a:gd name="connsiteY1" fmla="*/ 353201 h 706374"/>
                <a:gd name="connsiteX2" fmla="*/ 353198 w 1474339"/>
                <a:gd name="connsiteY2" fmla="*/ 706374 h 706374"/>
                <a:gd name="connsiteX3" fmla="*/ 698955 w 1474339"/>
                <a:gd name="connsiteY3" fmla="*/ 425196 h 706374"/>
                <a:gd name="connsiteX4" fmla="*/ 773708 w 1474339"/>
                <a:gd name="connsiteY4" fmla="*/ 363474 h 706374"/>
                <a:gd name="connsiteX5" fmla="*/ 1201098 w 1474339"/>
                <a:gd name="connsiteY5" fmla="*/ 363474 h 706374"/>
                <a:gd name="connsiteX6" fmla="*/ 1293407 w 1474339"/>
                <a:gd name="connsiteY6" fmla="*/ 412852 h 706374"/>
                <a:gd name="connsiteX7" fmla="*/ 1378309 w 1474339"/>
                <a:gd name="connsiteY7" fmla="*/ 454000 h 706374"/>
                <a:gd name="connsiteX8" fmla="*/ 1474321 w 1474339"/>
                <a:gd name="connsiteY8" fmla="*/ 355930 h 706374"/>
                <a:gd name="connsiteX9" fmla="*/ 1376361 w 1474339"/>
                <a:gd name="connsiteY9" fmla="*/ 254212 h 706374"/>
                <a:gd name="connsiteX10" fmla="*/ 1292858 w 1474339"/>
                <a:gd name="connsiteY10" fmla="*/ 296540 h 706374"/>
                <a:gd name="connsiteX11" fmla="*/ 1201510 w 1474339"/>
                <a:gd name="connsiteY11" fmla="*/ 344409 h 706374"/>
                <a:gd name="connsiteX12" fmla="*/ 773708 w 1474339"/>
                <a:gd name="connsiteY12" fmla="*/ 344409 h 706374"/>
                <a:gd name="connsiteX13" fmla="*/ 699504 w 1474339"/>
                <a:gd name="connsiteY13" fmla="*/ 282413 h 706374"/>
                <a:gd name="connsiteX14" fmla="*/ 353175 w 1474339"/>
                <a:gd name="connsiteY14" fmla="*/ 0 h 706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74339" h="706374">
                  <a:moveTo>
                    <a:pt x="353175" y="0"/>
                  </a:moveTo>
                  <a:cubicBezTo>
                    <a:pt x="158116" y="0"/>
                    <a:pt x="-7" y="158146"/>
                    <a:pt x="0" y="353201"/>
                  </a:cubicBezTo>
                  <a:cubicBezTo>
                    <a:pt x="7" y="548256"/>
                    <a:pt x="158139" y="706374"/>
                    <a:pt x="353198" y="706374"/>
                  </a:cubicBezTo>
                  <a:cubicBezTo>
                    <a:pt x="520501" y="706374"/>
                    <a:pt x="664845" y="588979"/>
                    <a:pt x="698955" y="425196"/>
                  </a:cubicBezTo>
                  <a:cubicBezTo>
                    <a:pt x="706007" y="389452"/>
                    <a:pt x="737275" y="363639"/>
                    <a:pt x="773708" y="363474"/>
                  </a:cubicBezTo>
                  <a:lnTo>
                    <a:pt x="1201098" y="363474"/>
                  </a:lnTo>
                  <a:cubicBezTo>
                    <a:pt x="1237994" y="364215"/>
                    <a:pt x="1272308" y="382581"/>
                    <a:pt x="1293407" y="412852"/>
                  </a:cubicBezTo>
                  <a:cubicBezTo>
                    <a:pt x="1313035" y="439913"/>
                    <a:pt x="1344905" y="455358"/>
                    <a:pt x="1378309" y="454000"/>
                  </a:cubicBezTo>
                  <a:cubicBezTo>
                    <a:pt x="1430978" y="451311"/>
                    <a:pt x="1472744" y="408641"/>
                    <a:pt x="1474321" y="355930"/>
                  </a:cubicBezTo>
                  <a:cubicBezTo>
                    <a:pt x="1475363" y="300792"/>
                    <a:pt x="1431500" y="255255"/>
                    <a:pt x="1376361" y="254212"/>
                  </a:cubicBezTo>
                  <a:cubicBezTo>
                    <a:pt x="1343232" y="253595"/>
                    <a:pt x="1311945" y="269451"/>
                    <a:pt x="1292858" y="296540"/>
                  </a:cubicBezTo>
                  <a:cubicBezTo>
                    <a:pt x="1271981" y="326372"/>
                    <a:pt x="1237923" y="344217"/>
                    <a:pt x="1201510" y="344409"/>
                  </a:cubicBezTo>
                  <a:lnTo>
                    <a:pt x="773708" y="344409"/>
                  </a:lnTo>
                  <a:cubicBezTo>
                    <a:pt x="737378" y="344011"/>
                    <a:pt x="706351" y="318088"/>
                    <a:pt x="699504" y="282413"/>
                  </a:cubicBezTo>
                  <a:cubicBezTo>
                    <a:pt x="665860" y="117930"/>
                    <a:pt x="521068" y="-151"/>
                    <a:pt x="353175" y="0"/>
                  </a:cubicBezTo>
                  <a:close/>
                </a:path>
              </a:pathLst>
            </a:custGeom>
            <a:solidFill>
              <a:schemeClr val="accent5"/>
            </a:solidFill>
            <a:ln w="1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olidFill>
                    <a:schemeClr val="dk1"/>
                  </a:solidFill>
                  <a:schemeClr val="dk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4067CF-C515-D00C-5DCF-7600C7E34958}"/>
                </a:ext>
              </a:extLst>
            </p:cNvPr>
            <p:cNvSpPr/>
            <p:nvPr/>
          </p:nvSpPr>
          <p:spPr>
            <a:xfrm>
              <a:off x="5366740" y="1961388"/>
              <a:ext cx="122072" cy="122072"/>
            </a:xfrm>
            <a:custGeom>
              <a:avLst/>
              <a:gdLst>
                <a:gd name="connsiteX0" fmla="*/ 61036 w 122072"/>
                <a:gd name="connsiteY0" fmla="*/ 0 h 122072"/>
                <a:gd name="connsiteX1" fmla="*/ 122072 w 122072"/>
                <a:gd name="connsiteY1" fmla="*/ 61036 h 122072"/>
                <a:gd name="connsiteX2" fmla="*/ 61036 w 122072"/>
                <a:gd name="connsiteY2" fmla="*/ 122072 h 122072"/>
                <a:gd name="connsiteX3" fmla="*/ 0 w 122072"/>
                <a:gd name="connsiteY3" fmla="*/ 61036 h 122072"/>
                <a:gd name="connsiteX4" fmla="*/ 61036 w 122072"/>
                <a:gd name="connsiteY4" fmla="*/ 0 h 122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072" h="122072">
                  <a:moveTo>
                    <a:pt x="61036" y="0"/>
                  </a:moveTo>
                  <a:cubicBezTo>
                    <a:pt x="94750" y="0"/>
                    <a:pt x="122072" y="27322"/>
                    <a:pt x="122072" y="61036"/>
                  </a:cubicBezTo>
                  <a:cubicBezTo>
                    <a:pt x="122072" y="94750"/>
                    <a:pt x="94750" y="122072"/>
                    <a:pt x="61036" y="122072"/>
                  </a:cubicBezTo>
                  <a:cubicBezTo>
                    <a:pt x="27326" y="122072"/>
                    <a:pt x="0" y="94750"/>
                    <a:pt x="0" y="61036"/>
                  </a:cubicBezTo>
                  <a:cubicBezTo>
                    <a:pt x="0" y="27322"/>
                    <a:pt x="27326" y="0"/>
                    <a:pt x="61036" y="0"/>
                  </a:cubicBezTo>
                  <a:close/>
                </a:path>
              </a:pathLst>
            </a:custGeom>
            <a:solidFill>
              <a:srgbClr val="FFFFFF"/>
            </a:solidFill>
            <a:ln w="1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olidFill>
                    <a:schemeClr val="dk1"/>
                  </a:solidFill>
                  <a:schemeClr val="dk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0DCD210-5CA2-CB40-1310-FCC83036777A}"/>
                </a:ext>
              </a:extLst>
            </p:cNvPr>
            <p:cNvSpPr/>
            <p:nvPr/>
          </p:nvSpPr>
          <p:spPr>
            <a:xfrm>
              <a:off x="4127225" y="1743029"/>
              <a:ext cx="559338" cy="559338"/>
            </a:xfrm>
            <a:custGeom>
              <a:avLst/>
              <a:gdLst>
                <a:gd name="connsiteX0" fmla="*/ 559339 w 559338"/>
                <a:gd name="connsiteY0" fmla="*/ 279669 h 559338"/>
                <a:gd name="connsiteX1" fmla="*/ 279669 w 559338"/>
                <a:gd name="connsiteY1" fmla="*/ 559339 h 559338"/>
                <a:gd name="connsiteX2" fmla="*/ 0 w 559338"/>
                <a:gd name="connsiteY2" fmla="*/ 279669 h 559338"/>
                <a:gd name="connsiteX3" fmla="*/ 279669 w 559338"/>
                <a:gd name="connsiteY3" fmla="*/ 0 h 559338"/>
                <a:gd name="connsiteX4" fmla="*/ 559339 w 559338"/>
                <a:gd name="connsiteY4" fmla="*/ 279669 h 559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9338" h="559338">
                  <a:moveTo>
                    <a:pt x="559339" y="279669"/>
                  </a:moveTo>
                  <a:cubicBezTo>
                    <a:pt x="559339" y="434126"/>
                    <a:pt x="434126" y="559339"/>
                    <a:pt x="279669" y="559339"/>
                  </a:cubicBezTo>
                  <a:cubicBezTo>
                    <a:pt x="125212" y="559339"/>
                    <a:pt x="0" y="434126"/>
                    <a:pt x="0" y="279669"/>
                  </a:cubicBezTo>
                  <a:cubicBezTo>
                    <a:pt x="0" y="125212"/>
                    <a:pt x="125212" y="0"/>
                    <a:pt x="279669" y="0"/>
                  </a:cubicBezTo>
                  <a:cubicBezTo>
                    <a:pt x="434126" y="0"/>
                    <a:pt x="559339" y="125212"/>
                    <a:pt x="559339" y="279669"/>
                  </a:cubicBezTo>
                  <a:close/>
                </a:path>
              </a:pathLst>
            </a:custGeom>
            <a:gradFill>
              <a:gsLst>
                <a:gs pos="0">
                  <a:srgbClr val="EAEAEA"/>
                </a:gs>
                <a:gs pos="100000">
                  <a:srgbClr val="FEFFFF"/>
                </a:gs>
              </a:gsLst>
              <a:lin ang="13500000" scaled="1"/>
            </a:gradFill>
            <a:ln w="12700" cmpd="sng">
              <a:noFill/>
              <a:prstDash val="solid"/>
            </a:ln>
            <a:effectLst>
              <a:outerShdw blurRad="317500" dist="127000" dir="2700000" algn="tl" rotWithShape="0">
                <a:prstClr val="black">
                  <a:alpha val="60000"/>
                </a:prstClr>
              </a:outerShd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solidFill>
                  <a:solidFill>
                    <a:schemeClr val="dk1"/>
                  </a:solidFill>
                  <a:schemeClr val="dk1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BE33935-FA60-DC52-9F9D-F368263015A9}"/>
              </a:ext>
            </a:extLst>
          </p:cNvPr>
          <p:cNvGrpSpPr/>
          <p:nvPr/>
        </p:nvGrpSpPr>
        <p:grpSpPr>
          <a:xfrm>
            <a:off x="7237559" y="730526"/>
            <a:ext cx="706374" cy="1464401"/>
            <a:chOff x="6879752" y="730526"/>
            <a:chExt cx="706374" cy="1464401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9164592-FC51-F1AB-3D11-3334DFA3B6C6}"/>
                </a:ext>
              </a:extLst>
            </p:cNvPr>
            <p:cNvSpPr/>
            <p:nvPr/>
          </p:nvSpPr>
          <p:spPr>
            <a:xfrm>
              <a:off x="6879752" y="730526"/>
              <a:ext cx="706374" cy="1464401"/>
            </a:xfrm>
            <a:custGeom>
              <a:avLst/>
              <a:gdLst>
                <a:gd name="connsiteX0" fmla="*/ 706374 w 706374"/>
                <a:gd name="connsiteY0" fmla="*/ 353038 h 1464401"/>
                <a:gd name="connsiteX1" fmla="*/ 353036 w 706374"/>
                <a:gd name="connsiteY1" fmla="*/ 0 h 1464401"/>
                <a:gd name="connsiteX2" fmla="*/ 0 w 706374"/>
                <a:gd name="connsiteY2" fmla="*/ 353337 h 1464401"/>
                <a:gd name="connsiteX3" fmla="*/ 281178 w 706374"/>
                <a:gd name="connsiteY3" fmla="*/ 698955 h 1464401"/>
                <a:gd name="connsiteX4" fmla="*/ 342900 w 706374"/>
                <a:gd name="connsiteY4" fmla="*/ 773707 h 1464401"/>
                <a:gd name="connsiteX5" fmla="*/ 342900 w 706374"/>
                <a:gd name="connsiteY5" fmla="*/ 1191085 h 1464401"/>
                <a:gd name="connsiteX6" fmla="*/ 293523 w 706374"/>
                <a:gd name="connsiteY6" fmla="*/ 1283531 h 1464401"/>
                <a:gd name="connsiteX7" fmla="*/ 252375 w 706374"/>
                <a:gd name="connsiteY7" fmla="*/ 1368296 h 1464401"/>
                <a:gd name="connsiteX8" fmla="*/ 350444 w 706374"/>
                <a:gd name="connsiteY8" fmla="*/ 1464308 h 1464401"/>
                <a:gd name="connsiteX9" fmla="*/ 454480 w 706374"/>
                <a:gd name="connsiteY9" fmla="*/ 1368817 h 1464401"/>
                <a:gd name="connsiteX10" fmla="*/ 410931 w 706374"/>
                <a:gd name="connsiteY10" fmla="*/ 1282022 h 1464401"/>
                <a:gd name="connsiteX11" fmla="*/ 363063 w 706374"/>
                <a:gd name="connsiteY11" fmla="*/ 1190811 h 1464401"/>
                <a:gd name="connsiteX12" fmla="*/ 363063 w 706374"/>
                <a:gd name="connsiteY12" fmla="*/ 773296 h 1464401"/>
                <a:gd name="connsiteX13" fmla="*/ 424647 w 706374"/>
                <a:gd name="connsiteY13" fmla="*/ 698681 h 1464401"/>
                <a:gd name="connsiteX14" fmla="*/ 706374 w 706374"/>
                <a:gd name="connsiteY14" fmla="*/ 353038 h 14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06374" h="1464401">
                  <a:moveTo>
                    <a:pt x="706374" y="353038"/>
                  </a:moveTo>
                  <a:cubicBezTo>
                    <a:pt x="706292" y="157978"/>
                    <a:pt x="548092" y="-82"/>
                    <a:pt x="353036" y="0"/>
                  </a:cubicBezTo>
                  <a:cubicBezTo>
                    <a:pt x="157981" y="82"/>
                    <a:pt x="-82" y="158276"/>
                    <a:pt x="0" y="353337"/>
                  </a:cubicBezTo>
                  <a:cubicBezTo>
                    <a:pt x="69" y="520585"/>
                    <a:pt x="117437" y="664857"/>
                    <a:pt x="281178" y="698955"/>
                  </a:cubicBezTo>
                  <a:cubicBezTo>
                    <a:pt x="316949" y="705964"/>
                    <a:pt x="342790" y="737250"/>
                    <a:pt x="342900" y="773707"/>
                  </a:cubicBezTo>
                  <a:lnTo>
                    <a:pt x="342900" y="1191085"/>
                  </a:lnTo>
                  <a:cubicBezTo>
                    <a:pt x="342173" y="1228022"/>
                    <a:pt x="323821" y="1262395"/>
                    <a:pt x="293523" y="1283531"/>
                  </a:cubicBezTo>
                  <a:cubicBezTo>
                    <a:pt x="266516" y="1303145"/>
                    <a:pt x="251085" y="1334939"/>
                    <a:pt x="252375" y="1368296"/>
                  </a:cubicBezTo>
                  <a:cubicBezTo>
                    <a:pt x="255008" y="1420993"/>
                    <a:pt x="297706" y="1462799"/>
                    <a:pt x="350444" y="1464308"/>
                  </a:cubicBezTo>
                  <a:cubicBezTo>
                    <a:pt x="405541" y="1466667"/>
                    <a:pt x="452121" y="1423914"/>
                    <a:pt x="454480" y="1368817"/>
                  </a:cubicBezTo>
                  <a:cubicBezTo>
                    <a:pt x="455961" y="1334308"/>
                    <a:pt x="439488" y="1301472"/>
                    <a:pt x="410931" y="1282022"/>
                  </a:cubicBezTo>
                  <a:cubicBezTo>
                    <a:pt x="381140" y="1261174"/>
                    <a:pt x="363296" y="1227172"/>
                    <a:pt x="363063" y="1190811"/>
                  </a:cubicBezTo>
                  <a:lnTo>
                    <a:pt x="363063" y="773296"/>
                  </a:lnTo>
                  <a:cubicBezTo>
                    <a:pt x="363118" y="736894"/>
                    <a:pt x="388917" y="705635"/>
                    <a:pt x="424647" y="698681"/>
                  </a:cubicBezTo>
                  <a:cubicBezTo>
                    <a:pt x="588609" y="664802"/>
                    <a:pt x="706265" y="520463"/>
                    <a:pt x="706374" y="353038"/>
                  </a:cubicBezTo>
                  <a:close/>
                </a:path>
              </a:pathLst>
            </a:custGeom>
            <a:solidFill>
              <a:schemeClr val="accent6"/>
            </a:solidFill>
            <a:ln w="1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solidFill>
                    <a:schemeClr val="dk1"/>
                  </a:solidFill>
                  <a:schemeClr val="dk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E380A4D-C194-165E-9EB0-31B00C15496B}"/>
                </a:ext>
              </a:extLst>
            </p:cNvPr>
            <p:cNvSpPr/>
            <p:nvPr/>
          </p:nvSpPr>
          <p:spPr>
            <a:xfrm>
              <a:off x="7171903" y="2033122"/>
              <a:ext cx="122072" cy="122072"/>
            </a:xfrm>
            <a:custGeom>
              <a:avLst/>
              <a:gdLst>
                <a:gd name="connsiteX0" fmla="*/ 122073 w 122072"/>
                <a:gd name="connsiteY0" fmla="*/ 61036 h 122072"/>
                <a:gd name="connsiteX1" fmla="*/ 61036 w 122072"/>
                <a:gd name="connsiteY1" fmla="*/ 122073 h 122072"/>
                <a:gd name="connsiteX2" fmla="*/ 0 w 122072"/>
                <a:gd name="connsiteY2" fmla="*/ 61036 h 122072"/>
                <a:gd name="connsiteX3" fmla="*/ 61036 w 122072"/>
                <a:gd name="connsiteY3" fmla="*/ 0 h 122072"/>
                <a:gd name="connsiteX4" fmla="*/ 122073 w 122072"/>
                <a:gd name="connsiteY4" fmla="*/ 61036 h 122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072" h="122072">
                  <a:moveTo>
                    <a:pt x="122073" y="61036"/>
                  </a:moveTo>
                  <a:cubicBezTo>
                    <a:pt x="122073" y="94750"/>
                    <a:pt x="94750" y="122073"/>
                    <a:pt x="61036" y="122073"/>
                  </a:cubicBezTo>
                  <a:cubicBezTo>
                    <a:pt x="27322" y="122073"/>
                    <a:pt x="0" y="94750"/>
                    <a:pt x="0" y="61036"/>
                  </a:cubicBezTo>
                  <a:cubicBezTo>
                    <a:pt x="0" y="27322"/>
                    <a:pt x="27322" y="0"/>
                    <a:pt x="61036" y="0"/>
                  </a:cubicBezTo>
                  <a:cubicBezTo>
                    <a:pt x="94750" y="0"/>
                    <a:pt x="122073" y="27322"/>
                    <a:pt x="122073" y="61036"/>
                  </a:cubicBezTo>
                  <a:close/>
                </a:path>
              </a:pathLst>
            </a:custGeom>
            <a:solidFill>
              <a:srgbClr val="FFFFFF"/>
            </a:solidFill>
            <a:ln w="1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olidFill>
                    <a:schemeClr val="dk1"/>
                  </a:solidFill>
                  <a:schemeClr val="dk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DA710C6-A520-A9AF-7888-18FBCA0A6D52}"/>
                </a:ext>
              </a:extLst>
            </p:cNvPr>
            <p:cNvSpPr/>
            <p:nvPr/>
          </p:nvSpPr>
          <p:spPr>
            <a:xfrm>
              <a:off x="6953270" y="803483"/>
              <a:ext cx="559338" cy="559338"/>
            </a:xfrm>
            <a:custGeom>
              <a:avLst/>
              <a:gdLst>
                <a:gd name="connsiteX0" fmla="*/ 559338 w 559338"/>
                <a:gd name="connsiteY0" fmla="*/ 279669 h 559338"/>
                <a:gd name="connsiteX1" fmla="*/ 279669 w 559338"/>
                <a:gd name="connsiteY1" fmla="*/ 559339 h 559338"/>
                <a:gd name="connsiteX2" fmla="*/ 0 w 559338"/>
                <a:gd name="connsiteY2" fmla="*/ 279669 h 559338"/>
                <a:gd name="connsiteX3" fmla="*/ 279669 w 559338"/>
                <a:gd name="connsiteY3" fmla="*/ 0 h 559338"/>
                <a:gd name="connsiteX4" fmla="*/ 559338 w 559338"/>
                <a:gd name="connsiteY4" fmla="*/ 279669 h 559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9338" h="559338">
                  <a:moveTo>
                    <a:pt x="559338" y="279669"/>
                  </a:moveTo>
                  <a:cubicBezTo>
                    <a:pt x="559338" y="434126"/>
                    <a:pt x="434126" y="559339"/>
                    <a:pt x="279669" y="559339"/>
                  </a:cubicBezTo>
                  <a:cubicBezTo>
                    <a:pt x="125212" y="559339"/>
                    <a:pt x="0" y="434126"/>
                    <a:pt x="0" y="279669"/>
                  </a:cubicBezTo>
                  <a:cubicBezTo>
                    <a:pt x="0" y="125212"/>
                    <a:pt x="125212" y="0"/>
                    <a:pt x="279669" y="0"/>
                  </a:cubicBezTo>
                  <a:cubicBezTo>
                    <a:pt x="434126" y="0"/>
                    <a:pt x="559338" y="125212"/>
                    <a:pt x="559338" y="279669"/>
                  </a:cubicBezTo>
                  <a:close/>
                </a:path>
              </a:pathLst>
            </a:custGeom>
            <a:gradFill>
              <a:gsLst>
                <a:gs pos="0">
                  <a:srgbClr val="EAEAEA"/>
                </a:gs>
                <a:gs pos="100000">
                  <a:srgbClr val="FEFFFF"/>
                </a:gs>
              </a:gsLst>
              <a:lin ang="13500000" scaled="1"/>
            </a:gradFill>
            <a:ln w="12700" cmpd="sng">
              <a:noFill/>
              <a:prstDash val="solid"/>
            </a:ln>
            <a:effectLst>
              <a:outerShdw blurRad="317500" dist="127000" dir="2700000" algn="tl" rotWithShape="0">
                <a:prstClr val="black">
                  <a:alpha val="60000"/>
                </a:prstClr>
              </a:outerShd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solidFill>
                  <a:solidFill>
                    <a:schemeClr val="dk1"/>
                  </a:solidFill>
                  <a:schemeClr val="dk1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4B3EFB2-5267-93DB-328A-B4DF3F55E13D}"/>
              </a:ext>
            </a:extLst>
          </p:cNvPr>
          <p:cNvGrpSpPr/>
          <p:nvPr/>
        </p:nvGrpSpPr>
        <p:grpSpPr>
          <a:xfrm>
            <a:off x="9087299" y="754224"/>
            <a:ext cx="706374" cy="1875804"/>
            <a:chOff x="8729492" y="754224"/>
            <a:chExt cx="706374" cy="1875804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BDCB53F-EBEC-9A5E-3FED-87B3A966E586}"/>
                </a:ext>
              </a:extLst>
            </p:cNvPr>
            <p:cNvSpPr/>
            <p:nvPr/>
          </p:nvSpPr>
          <p:spPr>
            <a:xfrm>
              <a:off x="8729492" y="754224"/>
              <a:ext cx="706374" cy="1875804"/>
            </a:xfrm>
            <a:custGeom>
              <a:avLst/>
              <a:gdLst>
                <a:gd name="connsiteX0" fmla="*/ 0 w 706374"/>
                <a:gd name="connsiteY0" fmla="*/ 1522631 h 1875804"/>
                <a:gd name="connsiteX1" fmla="*/ 353201 w 706374"/>
                <a:gd name="connsiteY1" fmla="*/ 1875804 h 1875804"/>
                <a:gd name="connsiteX2" fmla="*/ 706374 w 706374"/>
                <a:gd name="connsiteY2" fmla="*/ 1522604 h 1875804"/>
                <a:gd name="connsiteX3" fmla="*/ 425196 w 706374"/>
                <a:gd name="connsiteY3" fmla="*/ 1176851 h 1875804"/>
                <a:gd name="connsiteX4" fmla="*/ 363611 w 706374"/>
                <a:gd name="connsiteY4" fmla="*/ 1102099 h 1875804"/>
                <a:gd name="connsiteX5" fmla="*/ 363611 w 706374"/>
                <a:gd name="connsiteY5" fmla="*/ 273241 h 1875804"/>
                <a:gd name="connsiteX6" fmla="*/ 412852 w 706374"/>
                <a:gd name="connsiteY6" fmla="*/ 180932 h 1875804"/>
                <a:gd name="connsiteX7" fmla="*/ 454000 w 706374"/>
                <a:gd name="connsiteY7" fmla="*/ 96030 h 1875804"/>
                <a:gd name="connsiteX8" fmla="*/ 355930 w 706374"/>
                <a:gd name="connsiteY8" fmla="*/ 18 h 1875804"/>
                <a:gd name="connsiteX9" fmla="*/ 254212 w 706374"/>
                <a:gd name="connsiteY9" fmla="*/ 97972 h 1875804"/>
                <a:gd name="connsiteX10" fmla="*/ 296540 w 706374"/>
                <a:gd name="connsiteY10" fmla="*/ 181481 h 1875804"/>
                <a:gd name="connsiteX11" fmla="*/ 344409 w 706374"/>
                <a:gd name="connsiteY11" fmla="*/ 272829 h 1875804"/>
                <a:gd name="connsiteX12" fmla="*/ 344409 w 706374"/>
                <a:gd name="connsiteY12" fmla="*/ 1101824 h 1875804"/>
                <a:gd name="connsiteX13" fmla="*/ 283373 w 706374"/>
                <a:gd name="connsiteY13" fmla="*/ 1176439 h 1875804"/>
                <a:gd name="connsiteX14" fmla="*/ 0 w 706374"/>
                <a:gd name="connsiteY14" fmla="*/ 1522631 h 1875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06374" h="1875804">
                  <a:moveTo>
                    <a:pt x="0" y="1522631"/>
                  </a:moveTo>
                  <a:cubicBezTo>
                    <a:pt x="0" y="1717686"/>
                    <a:pt x="158145" y="1875818"/>
                    <a:pt x="353201" y="1875804"/>
                  </a:cubicBezTo>
                  <a:cubicBezTo>
                    <a:pt x="548256" y="1875804"/>
                    <a:pt x="706374" y="1717673"/>
                    <a:pt x="706374" y="1522604"/>
                  </a:cubicBezTo>
                  <a:cubicBezTo>
                    <a:pt x="706374" y="1355310"/>
                    <a:pt x="588979" y="1210962"/>
                    <a:pt x="425196" y="1176851"/>
                  </a:cubicBezTo>
                  <a:cubicBezTo>
                    <a:pt x="389507" y="1169746"/>
                    <a:pt x="363762" y="1138487"/>
                    <a:pt x="363611" y="1102099"/>
                  </a:cubicBezTo>
                  <a:lnTo>
                    <a:pt x="363611" y="273241"/>
                  </a:lnTo>
                  <a:cubicBezTo>
                    <a:pt x="364297" y="236364"/>
                    <a:pt x="382608" y="202046"/>
                    <a:pt x="412852" y="180932"/>
                  </a:cubicBezTo>
                  <a:cubicBezTo>
                    <a:pt x="439941" y="161321"/>
                    <a:pt x="455385" y="129439"/>
                    <a:pt x="454000" y="96030"/>
                  </a:cubicBezTo>
                  <a:cubicBezTo>
                    <a:pt x="451311" y="43367"/>
                    <a:pt x="408641" y="1593"/>
                    <a:pt x="355930" y="18"/>
                  </a:cubicBezTo>
                  <a:cubicBezTo>
                    <a:pt x="300792" y="-1020"/>
                    <a:pt x="255255" y="42835"/>
                    <a:pt x="254212" y="97972"/>
                  </a:cubicBezTo>
                  <a:cubicBezTo>
                    <a:pt x="253595" y="131107"/>
                    <a:pt x="269451" y="162394"/>
                    <a:pt x="296540" y="181481"/>
                  </a:cubicBezTo>
                  <a:cubicBezTo>
                    <a:pt x="326372" y="202358"/>
                    <a:pt x="344217" y="236416"/>
                    <a:pt x="344409" y="272829"/>
                  </a:cubicBezTo>
                  <a:lnTo>
                    <a:pt x="344409" y="1101824"/>
                  </a:lnTo>
                  <a:cubicBezTo>
                    <a:pt x="344354" y="1138035"/>
                    <a:pt x="318856" y="1169211"/>
                    <a:pt x="283373" y="1176439"/>
                  </a:cubicBezTo>
                  <a:cubicBezTo>
                    <a:pt x="118547" y="1209673"/>
                    <a:pt x="14" y="1354501"/>
                    <a:pt x="0" y="152263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olidFill>
                    <a:schemeClr val="lt1"/>
                  </a:solidFill>
                  <a:schemeClr val="lt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1B63096-A2F3-5852-1066-37A4C8E6C54C}"/>
                </a:ext>
              </a:extLst>
            </p:cNvPr>
            <p:cNvSpPr/>
            <p:nvPr/>
          </p:nvSpPr>
          <p:spPr>
            <a:xfrm>
              <a:off x="9021643" y="793607"/>
              <a:ext cx="122072" cy="122072"/>
            </a:xfrm>
            <a:custGeom>
              <a:avLst/>
              <a:gdLst>
                <a:gd name="connsiteX0" fmla="*/ 0 w 122072"/>
                <a:gd name="connsiteY0" fmla="*/ 61036 h 122072"/>
                <a:gd name="connsiteX1" fmla="*/ 61036 w 122072"/>
                <a:gd name="connsiteY1" fmla="*/ 0 h 122072"/>
                <a:gd name="connsiteX2" fmla="*/ 122072 w 122072"/>
                <a:gd name="connsiteY2" fmla="*/ 61036 h 122072"/>
                <a:gd name="connsiteX3" fmla="*/ 61036 w 122072"/>
                <a:gd name="connsiteY3" fmla="*/ 122072 h 122072"/>
                <a:gd name="connsiteX4" fmla="*/ 0 w 122072"/>
                <a:gd name="connsiteY4" fmla="*/ 61036 h 122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072" h="122072">
                  <a:moveTo>
                    <a:pt x="0" y="61036"/>
                  </a:moveTo>
                  <a:cubicBezTo>
                    <a:pt x="0" y="27326"/>
                    <a:pt x="27322" y="0"/>
                    <a:pt x="61036" y="0"/>
                  </a:cubicBezTo>
                  <a:cubicBezTo>
                    <a:pt x="94750" y="0"/>
                    <a:pt x="122072" y="27326"/>
                    <a:pt x="122072" y="61036"/>
                  </a:cubicBezTo>
                  <a:cubicBezTo>
                    <a:pt x="122072" y="94746"/>
                    <a:pt x="94750" y="122072"/>
                    <a:pt x="61036" y="122072"/>
                  </a:cubicBezTo>
                  <a:cubicBezTo>
                    <a:pt x="27363" y="121997"/>
                    <a:pt x="82" y="94715"/>
                    <a:pt x="0" y="61036"/>
                  </a:cubicBezTo>
                  <a:close/>
                </a:path>
              </a:pathLst>
            </a:custGeom>
            <a:solidFill>
              <a:srgbClr val="FFFFFF"/>
            </a:solidFill>
            <a:ln w="1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olidFill>
                    <a:schemeClr val="dk1"/>
                  </a:solidFill>
                  <a:schemeClr val="dk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7B5CD94-897D-B0BF-EDFE-C13B21CD008B}"/>
                </a:ext>
              </a:extLst>
            </p:cNvPr>
            <p:cNvSpPr/>
            <p:nvPr/>
          </p:nvSpPr>
          <p:spPr>
            <a:xfrm>
              <a:off x="8803010" y="1997323"/>
              <a:ext cx="559338" cy="559338"/>
            </a:xfrm>
            <a:custGeom>
              <a:avLst/>
              <a:gdLst>
                <a:gd name="connsiteX0" fmla="*/ 559339 w 559338"/>
                <a:gd name="connsiteY0" fmla="*/ 279669 h 559338"/>
                <a:gd name="connsiteX1" fmla="*/ 279669 w 559338"/>
                <a:gd name="connsiteY1" fmla="*/ 559338 h 559338"/>
                <a:gd name="connsiteX2" fmla="*/ 0 w 559338"/>
                <a:gd name="connsiteY2" fmla="*/ 279669 h 559338"/>
                <a:gd name="connsiteX3" fmla="*/ 279669 w 559338"/>
                <a:gd name="connsiteY3" fmla="*/ 0 h 559338"/>
                <a:gd name="connsiteX4" fmla="*/ 559339 w 559338"/>
                <a:gd name="connsiteY4" fmla="*/ 279669 h 559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9338" h="559338">
                  <a:moveTo>
                    <a:pt x="559339" y="279669"/>
                  </a:moveTo>
                  <a:cubicBezTo>
                    <a:pt x="559339" y="434126"/>
                    <a:pt x="434127" y="559338"/>
                    <a:pt x="279669" y="559338"/>
                  </a:cubicBezTo>
                  <a:cubicBezTo>
                    <a:pt x="125212" y="559338"/>
                    <a:pt x="0" y="434126"/>
                    <a:pt x="0" y="279669"/>
                  </a:cubicBezTo>
                  <a:cubicBezTo>
                    <a:pt x="0" y="125212"/>
                    <a:pt x="125212" y="0"/>
                    <a:pt x="279669" y="0"/>
                  </a:cubicBezTo>
                  <a:cubicBezTo>
                    <a:pt x="434126" y="0"/>
                    <a:pt x="559339" y="125212"/>
                    <a:pt x="559339" y="279669"/>
                  </a:cubicBezTo>
                  <a:close/>
                </a:path>
              </a:pathLst>
            </a:custGeom>
            <a:gradFill>
              <a:gsLst>
                <a:gs pos="0">
                  <a:srgbClr val="EAEAEA"/>
                </a:gs>
                <a:gs pos="100000">
                  <a:srgbClr val="FEFFFF"/>
                </a:gs>
              </a:gsLst>
              <a:lin ang="13500000" scaled="1"/>
            </a:gradFill>
            <a:ln w="12700" cmpd="sng">
              <a:noFill/>
              <a:prstDash val="solid"/>
            </a:ln>
            <a:effectLst>
              <a:outerShdw blurRad="317500" dist="127000" dir="2700000" algn="tl" rotWithShape="0">
                <a:prstClr val="black">
                  <a:alpha val="60000"/>
                </a:prstClr>
              </a:outerShd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solidFill>
                  <a:solidFill>
                    <a:schemeClr val="dk1"/>
                  </a:solidFill>
                  <a:schemeClr val="dk1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18F0551-DD42-F693-AE8E-732F9CA0D733}"/>
              </a:ext>
            </a:extLst>
          </p:cNvPr>
          <p:cNvGrpSpPr/>
          <p:nvPr/>
        </p:nvGrpSpPr>
        <p:grpSpPr>
          <a:xfrm>
            <a:off x="974032" y="5400785"/>
            <a:ext cx="2806842" cy="913259"/>
            <a:chOff x="884584" y="4577448"/>
            <a:chExt cx="2806842" cy="913259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AB557514-12EB-B9F7-84C8-296A20C71DDF}"/>
                </a:ext>
              </a:extLst>
            </p:cNvPr>
            <p:cNvGrpSpPr/>
            <p:nvPr/>
          </p:nvGrpSpPr>
          <p:grpSpPr>
            <a:xfrm>
              <a:off x="884584" y="4577448"/>
              <a:ext cx="2079971" cy="913259"/>
              <a:chOff x="1712617" y="2758550"/>
              <a:chExt cx="2079971" cy="913259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97734B9-732F-B6EE-A07B-D6A17C3A6742}"/>
                  </a:ext>
                </a:extLst>
              </p:cNvPr>
              <p:cNvSpPr txBox="1"/>
              <p:nvPr/>
            </p:nvSpPr>
            <p:spPr>
              <a:xfrm>
                <a:off x="1712617" y="2758550"/>
                <a:ext cx="207997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olidFill>
                        <a:schemeClr val="dk1"/>
                      </a:solidFill>
                      <a:schemeClr val="dk1"/>
                    </a:solidFill>
                  </a:defRPr>
                </a:pPr>
                <a:r>
                  <a:rPr kumimoji="0" lang="en-US" sz="1600" b="0" i="0" u="none" strike="noStrike" kern="1200" cap="none" spc="3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rPr>
                  <a:t>Insert title here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C547D3D-5756-05EE-4ADD-DE1EA3B40A6F}"/>
                  </a:ext>
                </a:extLst>
              </p:cNvPr>
              <p:cNvSpPr txBox="1"/>
              <p:nvPr/>
            </p:nvSpPr>
            <p:spPr>
              <a:xfrm>
                <a:off x="1712617" y="3025478"/>
                <a:ext cx="20799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olidFill>
                        <a:schemeClr val="dk1"/>
                      </a:solidFill>
                      <a:schemeClr val="dk1"/>
                    </a:solidFill>
                  </a:defRPr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Lorem ipsum dolor </a:t>
                </a:r>
                <a:r>
                  <a:rPr kumimoji="0" lang="en-U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amet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, </a:t>
                </a:r>
                <a:r>
                  <a:rPr kumimoji="0" lang="en-U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consectetur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adipiscing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elit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roin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 cursus ligula.</a:t>
                </a:r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0062D1D-9180-1E64-0B0A-73A6AD37F919}"/>
                </a:ext>
              </a:extLst>
            </p:cNvPr>
            <p:cNvSpPr txBox="1"/>
            <p:nvPr/>
          </p:nvSpPr>
          <p:spPr>
            <a:xfrm>
              <a:off x="3013199" y="4790389"/>
              <a:ext cx="67822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olidFill>
                      <a:schemeClr val="dk1"/>
                    </a:solidFill>
                    <a:schemeClr val="dk1"/>
                  </a:solidFill>
                </a:defRPr>
              </a:pPr>
              <a:r>
                <a:rPr kumimoji="0" lang="en-US" sz="1600" b="0" i="0" u="none" strike="noStrike" kern="1200" cap="none" spc="30" normalizeH="0" baseline="0" noProof="0" dirty="0">
                  <a:ln>
                    <a:solidFill>
                      <a:schemeClr val="dk1"/>
                    </a:solidFill>
                    <a:noFill/>
                  </a:ln>
                  <a:effectLst/>
                  <a:uLnTx/>
                  <a:uFillTx/>
                  <a:latin typeface="+mj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62CDBC2-7781-800D-6B60-D74D3D752573}"/>
              </a:ext>
            </a:extLst>
          </p:cNvPr>
          <p:cNvGrpSpPr/>
          <p:nvPr/>
        </p:nvGrpSpPr>
        <p:grpSpPr>
          <a:xfrm>
            <a:off x="2454965" y="3951477"/>
            <a:ext cx="3528282" cy="728593"/>
            <a:chOff x="163144" y="4577448"/>
            <a:chExt cx="3528282" cy="728593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CC63B9BA-32B9-9C81-ACA1-BB6FA6AF2A6C}"/>
                </a:ext>
              </a:extLst>
            </p:cNvPr>
            <p:cNvGrpSpPr/>
            <p:nvPr/>
          </p:nvGrpSpPr>
          <p:grpSpPr>
            <a:xfrm>
              <a:off x="163144" y="4577448"/>
              <a:ext cx="2801412" cy="728593"/>
              <a:chOff x="991177" y="2758550"/>
              <a:chExt cx="2801412" cy="728593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74FA15C-FDCE-05E8-B114-AC656F9F793F}"/>
                  </a:ext>
                </a:extLst>
              </p:cNvPr>
              <p:cNvSpPr txBox="1"/>
              <p:nvPr/>
            </p:nvSpPr>
            <p:spPr>
              <a:xfrm>
                <a:off x="991177" y="2758550"/>
                <a:ext cx="280141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olidFill>
                        <a:schemeClr val="dk1"/>
                      </a:solidFill>
                      <a:schemeClr val="dk1"/>
                    </a:solidFill>
                  </a:defRPr>
                </a:pPr>
                <a:r>
                  <a:rPr kumimoji="0" lang="en-US" sz="1600" b="0" i="0" u="none" strike="noStrike" kern="1200" cap="none" spc="3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rPr>
                  <a:t>Insert title here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9827501-96A3-17BF-F435-F70500232733}"/>
                  </a:ext>
                </a:extLst>
              </p:cNvPr>
              <p:cNvSpPr txBox="1"/>
              <p:nvPr/>
            </p:nvSpPr>
            <p:spPr>
              <a:xfrm>
                <a:off x="991177" y="3025478"/>
                <a:ext cx="280141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olidFill>
                        <a:schemeClr val="dk1"/>
                      </a:solidFill>
                      <a:schemeClr val="dk1"/>
                    </a:solidFill>
                  </a:defRPr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Lorem ipsum dolor </a:t>
                </a:r>
                <a:r>
                  <a:rPr kumimoji="0" lang="en-U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amet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, </a:t>
                </a:r>
                <a:r>
                  <a:rPr kumimoji="0" lang="en-U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consectetur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adipiscing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elit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roin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 cursus ligula.</a:t>
                </a:r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6AC17FD-8037-F1D1-F88D-EFE488AFE73F}"/>
                </a:ext>
              </a:extLst>
            </p:cNvPr>
            <p:cNvSpPr txBox="1"/>
            <p:nvPr/>
          </p:nvSpPr>
          <p:spPr>
            <a:xfrm>
              <a:off x="3013199" y="4790389"/>
              <a:ext cx="67822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olidFill>
                      <a:schemeClr val="dk1"/>
                    </a:solidFill>
                    <a:schemeClr val="dk1"/>
                  </a:solidFill>
                </a:defRPr>
              </a:pPr>
              <a:r>
                <a:rPr kumimoji="0" lang="en-US" sz="1600" b="0" i="0" u="none" strike="noStrike" kern="1200" cap="none" spc="30" normalizeH="0" baseline="0" noProof="0" dirty="0">
                  <a:ln>
                    <a:solidFill>
                      <a:schemeClr val="dk1"/>
                    </a:solidFill>
                    <a:noFill/>
                  </a:ln>
                  <a:effectLst/>
                  <a:uLnTx/>
                  <a:uFillTx/>
                  <a:latin typeface="+mj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4A90B54-B65C-4260-84BF-EF4A9E48881F}"/>
              </a:ext>
            </a:extLst>
          </p:cNvPr>
          <p:cNvGrpSpPr/>
          <p:nvPr/>
        </p:nvGrpSpPr>
        <p:grpSpPr>
          <a:xfrm>
            <a:off x="1586974" y="1633026"/>
            <a:ext cx="3528282" cy="728593"/>
            <a:chOff x="163144" y="4577448"/>
            <a:chExt cx="3528282" cy="72859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A3D4BF83-9B9F-0AFA-905A-FF91E24240BC}"/>
                </a:ext>
              </a:extLst>
            </p:cNvPr>
            <p:cNvGrpSpPr/>
            <p:nvPr/>
          </p:nvGrpSpPr>
          <p:grpSpPr>
            <a:xfrm>
              <a:off x="163144" y="4577448"/>
              <a:ext cx="2801412" cy="728593"/>
              <a:chOff x="991177" y="2758550"/>
              <a:chExt cx="2801412" cy="728593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6538619-DDBC-AA5B-6A0D-1C18C35B4494}"/>
                  </a:ext>
                </a:extLst>
              </p:cNvPr>
              <p:cNvSpPr txBox="1"/>
              <p:nvPr/>
            </p:nvSpPr>
            <p:spPr>
              <a:xfrm>
                <a:off x="991177" y="2758550"/>
                <a:ext cx="280141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olidFill>
                        <a:schemeClr val="dk1"/>
                      </a:solidFill>
                      <a:schemeClr val="dk1"/>
                    </a:solidFill>
                  </a:defRPr>
                </a:pPr>
                <a:r>
                  <a:rPr kumimoji="0" lang="en-US" sz="1600" b="0" i="0" u="none" strike="noStrike" kern="1200" cap="none" spc="3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rPr>
                  <a:t>Insert title here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807031B-4F37-CD6B-5CF3-45041EA6505B}"/>
                  </a:ext>
                </a:extLst>
              </p:cNvPr>
              <p:cNvSpPr txBox="1"/>
              <p:nvPr/>
            </p:nvSpPr>
            <p:spPr>
              <a:xfrm>
                <a:off x="991177" y="3025478"/>
                <a:ext cx="280141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olidFill>
                        <a:schemeClr val="dk1"/>
                      </a:solidFill>
                      <a:schemeClr val="dk1"/>
                    </a:solidFill>
                  </a:defRPr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Lorem ipsum dolor </a:t>
                </a:r>
                <a:r>
                  <a:rPr kumimoji="0" lang="en-U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amet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, </a:t>
                </a:r>
                <a:r>
                  <a:rPr kumimoji="0" lang="en-U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consectetur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adipiscing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elit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roin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 cursus ligula.</a:t>
                </a:r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3440770-5D73-2C36-9FE3-9FA1C7E5FDB7}"/>
                </a:ext>
              </a:extLst>
            </p:cNvPr>
            <p:cNvSpPr txBox="1"/>
            <p:nvPr/>
          </p:nvSpPr>
          <p:spPr>
            <a:xfrm>
              <a:off x="3013199" y="4790389"/>
              <a:ext cx="67822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olidFill>
                      <a:schemeClr val="dk1"/>
                    </a:solidFill>
                    <a:schemeClr val="dk1"/>
                  </a:solidFill>
                </a:defRPr>
              </a:pPr>
              <a:r>
                <a:rPr kumimoji="0" lang="en-US" sz="1600" b="0" i="0" u="none" strike="noStrike" kern="1200" cap="none" spc="30" normalizeH="0" baseline="0" noProof="0" dirty="0">
                  <a:ln>
                    <a:solidFill>
                      <a:schemeClr val="dk1"/>
                    </a:solidFill>
                    <a:noFill/>
                  </a:ln>
                  <a:effectLst/>
                  <a:uLnTx/>
                  <a:uFillTx/>
                  <a:latin typeface="+mj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E1F10C5-C61C-FE98-39C9-B2024D817A53}"/>
              </a:ext>
            </a:extLst>
          </p:cNvPr>
          <p:cNvGrpSpPr/>
          <p:nvPr/>
        </p:nvGrpSpPr>
        <p:grpSpPr>
          <a:xfrm>
            <a:off x="4399458" y="693128"/>
            <a:ext cx="3528282" cy="728593"/>
            <a:chOff x="163144" y="4577448"/>
            <a:chExt cx="3528282" cy="728593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826ECF90-0147-FF36-D48F-1F681FEC4829}"/>
                </a:ext>
              </a:extLst>
            </p:cNvPr>
            <p:cNvGrpSpPr/>
            <p:nvPr/>
          </p:nvGrpSpPr>
          <p:grpSpPr>
            <a:xfrm>
              <a:off x="163144" y="4577448"/>
              <a:ext cx="2801412" cy="728593"/>
              <a:chOff x="991177" y="2758550"/>
              <a:chExt cx="2801412" cy="728593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D794E1A-15C3-2A99-415A-8248EDC116CB}"/>
                  </a:ext>
                </a:extLst>
              </p:cNvPr>
              <p:cNvSpPr txBox="1"/>
              <p:nvPr/>
            </p:nvSpPr>
            <p:spPr>
              <a:xfrm>
                <a:off x="991177" y="2758550"/>
                <a:ext cx="280141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olidFill>
                        <a:schemeClr val="lt1"/>
                      </a:solidFill>
                      <a:schemeClr val="lt1"/>
                    </a:solidFill>
                  </a:defRPr>
                </a:pPr>
                <a:r>
                  <a:rPr kumimoji="0" lang="en-US" sz="1600" b="0" i="0" u="none" strike="noStrike" kern="1200" cap="none" spc="30" normalizeH="0" baseline="0" noProof="0" dirty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rPr>
                  <a:t>Insert title here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BB6A303-0E46-E6E2-C608-4CC4BD7DD181}"/>
                  </a:ext>
                </a:extLst>
              </p:cNvPr>
              <p:cNvSpPr txBox="1"/>
              <p:nvPr/>
            </p:nvSpPr>
            <p:spPr>
              <a:xfrm>
                <a:off x="991177" y="3025478"/>
                <a:ext cx="280141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olidFill>
                        <a:schemeClr val="lt1"/>
                      </a:solidFill>
                      <a:schemeClr val="lt1"/>
                    </a:solidFill>
                  </a:defRPr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Lorem ipsum dolor </a:t>
                </a:r>
                <a:r>
                  <a:rPr kumimoji="0" lang="en-U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amet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, </a:t>
                </a:r>
                <a:r>
                  <a:rPr kumimoji="0" lang="en-U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consectetur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adipiscing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elit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roin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 cursus ligula.</a:t>
                </a:r>
              </a:p>
            </p:txBody>
          </p: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1F0BB14-87CA-9897-34F9-4AC0E4C6D21D}"/>
                </a:ext>
              </a:extLst>
            </p:cNvPr>
            <p:cNvSpPr txBox="1"/>
            <p:nvPr/>
          </p:nvSpPr>
          <p:spPr>
            <a:xfrm>
              <a:off x="3013199" y="4790389"/>
              <a:ext cx="67822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olidFill>
                      <a:schemeClr val="dk1"/>
                    </a:solidFill>
                    <a:schemeClr val="dk1"/>
                  </a:solidFill>
                </a:defRPr>
              </a:pPr>
              <a:r>
                <a:rPr kumimoji="0" lang="en-US" sz="1600" b="0" i="0" u="none" strike="noStrike" kern="1200" cap="none" spc="30" normalizeH="0" baseline="0" noProof="0" dirty="0">
                  <a:ln>
                    <a:solidFill>
                      <a:schemeClr val="dk1"/>
                    </a:solidFill>
                    <a:noFill/>
                  </a:ln>
                  <a:effectLst/>
                  <a:uLnTx/>
                  <a:uFillTx/>
                  <a:latin typeface="+mj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437F5C7-4C25-35D4-6646-B55824160F73}"/>
              </a:ext>
            </a:extLst>
          </p:cNvPr>
          <p:cNvGrpSpPr/>
          <p:nvPr/>
        </p:nvGrpSpPr>
        <p:grpSpPr>
          <a:xfrm>
            <a:off x="8590529" y="4613012"/>
            <a:ext cx="2913895" cy="913259"/>
            <a:chOff x="-468121" y="4567509"/>
            <a:chExt cx="2913895" cy="913259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EB3D2BF6-5CA1-1147-FE89-71998DDBA474}"/>
                </a:ext>
              </a:extLst>
            </p:cNvPr>
            <p:cNvGrpSpPr/>
            <p:nvPr/>
          </p:nvGrpSpPr>
          <p:grpSpPr>
            <a:xfrm>
              <a:off x="252595" y="4567509"/>
              <a:ext cx="2193179" cy="913259"/>
              <a:chOff x="1080628" y="2748611"/>
              <a:chExt cx="2193179" cy="913259"/>
            </a:xfrm>
          </p:grpSpPr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3C35C4D-747D-9006-5182-0C7593DDD168}"/>
                  </a:ext>
                </a:extLst>
              </p:cNvPr>
              <p:cNvSpPr txBox="1"/>
              <p:nvPr/>
            </p:nvSpPr>
            <p:spPr>
              <a:xfrm>
                <a:off x="1080628" y="2748611"/>
                <a:ext cx="219317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olidFill>
                        <a:schemeClr val="dk1"/>
                      </a:solidFill>
                      <a:schemeClr val="dk1"/>
                    </a:solidFill>
                  </a:defRPr>
                </a:pPr>
                <a:r>
                  <a:rPr kumimoji="0" lang="en-US" sz="1600" b="0" i="0" u="none" strike="noStrike" kern="1200" cap="none" spc="3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rPr>
                  <a:t>Insert title here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A939EAE-94C2-A4EB-ADAA-2EA29C9ADC29}"/>
                  </a:ext>
                </a:extLst>
              </p:cNvPr>
              <p:cNvSpPr txBox="1"/>
              <p:nvPr/>
            </p:nvSpPr>
            <p:spPr>
              <a:xfrm>
                <a:off x="1080628" y="3015539"/>
                <a:ext cx="219317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olidFill>
                        <a:schemeClr val="dk1"/>
                      </a:solidFill>
                      <a:schemeClr val="dk1"/>
                    </a:solidFill>
                  </a:defRPr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Lorem ipsum dolor </a:t>
                </a:r>
                <a:r>
                  <a:rPr kumimoji="0" lang="en-U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amet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, </a:t>
                </a:r>
                <a:r>
                  <a:rPr kumimoji="0" lang="en-U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consectetur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adipiscing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elit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roin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 cursus ligula.</a:t>
                </a:r>
              </a:p>
            </p:txBody>
          </p:sp>
        </p:grp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4B4E38E-7361-E85D-0E28-F53A449EA550}"/>
                </a:ext>
              </a:extLst>
            </p:cNvPr>
            <p:cNvSpPr txBox="1"/>
            <p:nvPr/>
          </p:nvSpPr>
          <p:spPr>
            <a:xfrm>
              <a:off x="-468121" y="4790389"/>
              <a:ext cx="67822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olidFill>
                      <a:schemeClr val="dk1"/>
                    </a:solidFill>
                    <a:schemeClr val="dk1"/>
                  </a:solidFill>
                </a:defRPr>
              </a:pPr>
              <a:r>
                <a:rPr kumimoji="0" lang="en-US" sz="1600" b="0" i="0" u="none" strike="noStrike" kern="1200" cap="none" spc="30" normalizeH="0" baseline="0" noProof="0" dirty="0">
                  <a:ln>
                    <a:solidFill>
                      <a:schemeClr val="dk1"/>
                    </a:solidFill>
                    <a:noFill/>
                  </a:ln>
                  <a:effectLst/>
                  <a:uLnTx/>
                  <a:uFillTx/>
                  <a:latin typeface="+mj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79B62BD-C881-61EC-2B8B-F24BCA23C8D6}"/>
              </a:ext>
            </a:extLst>
          </p:cNvPr>
          <p:cNvGrpSpPr/>
          <p:nvPr/>
        </p:nvGrpSpPr>
        <p:grpSpPr>
          <a:xfrm>
            <a:off x="7819670" y="3152338"/>
            <a:ext cx="3522128" cy="728593"/>
            <a:chOff x="-468121" y="4567509"/>
            <a:chExt cx="3522128" cy="728593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72615536-2B49-EABF-5916-CA27CE5D4E5C}"/>
                </a:ext>
              </a:extLst>
            </p:cNvPr>
            <p:cNvGrpSpPr/>
            <p:nvPr/>
          </p:nvGrpSpPr>
          <p:grpSpPr>
            <a:xfrm>
              <a:off x="252595" y="4567509"/>
              <a:ext cx="2801412" cy="728593"/>
              <a:chOff x="1080628" y="2748611"/>
              <a:chExt cx="2801412" cy="728593"/>
            </a:xfrm>
          </p:grpSpPr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72E94D8-3B4F-FE4E-2B2E-67173695CB4E}"/>
                  </a:ext>
                </a:extLst>
              </p:cNvPr>
              <p:cNvSpPr txBox="1"/>
              <p:nvPr/>
            </p:nvSpPr>
            <p:spPr>
              <a:xfrm>
                <a:off x="1080628" y="2748611"/>
                <a:ext cx="280141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olidFill>
                        <a:schemeClr val="dk1"/>
                      </a:solidFill>
                      <a:schemeClr val="dk1"/>
                    </a:solidFill>
                  </a:defRPr>
                </a:pPr>
                <a:r>
                  <a:rPr kumimoji="0" lang="en-US" sz="1600" b="0" i="0" u="none" strike="noStrike" kern="1200" cap="none" spc="3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rPr>
                  <a:t>Insert title here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660DD87-C047-C206-1385-2313C48D8680}"/>
                  </a:ext>
                </a:extLst>
              </p:cNvPr>
              <p:cNvSpPr txBox="1"/>
              <p:nvPr/>
            </p:nvSpPr>
            <p:spPr>
              <a:xfrm>
                <a:off x="1080628" y="3015539"/>
                <a:ext cx="280141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olidFill>
                        <a:schemeClr val="dk1"/>
                      </a:solidFill>
                      <a:schemeClr val="dk1"/>
                    </a:solidFill>
                  </a:defRPr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Lorem ipsum dolor </a:t>
                </a:r>
                <a:r>
                  <a:rPr kumimoji="0" lang="en-U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amet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, </a:t>
                </a:r>
                <a:r>
                  <a:rPr kumimoji="0" lang="en-U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consectetur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adipiscing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elit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roin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 cursus ligula.</a:t>
                </a:r>
              </a:p>
            </p:txBody>
          </p:sp>
        </p:grp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93422A9-29C7-D482-222F-555998955464}"/>
                </a:ext>
              </a:extLst>
            </p:cNvPr>
            <p:cNvSpPr txBox="1"/>
            <p:nvPr/>
          </p:nvSpPr>
          <p:spPr>
            <a:xfrm>
              <a:off x="-468121" y="4790389"/>
              <a:ext cx="67822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olidFill>
                      <a:schemeClr val="dk1"/>
                    </a:solidFill>
                    <a:schemeClr val="dk1"/>
                  </a:solidFill>
                </a:defRPr>
              </a:pPr>
              <a:r>
                <a:rPr kumimoji="0" lang="en-US" sz="1600" b="0" i="0" u="none" strike="noStrike" kern="1200" cap="none" spc="30" normalizeH="0" baseline="0" noProof="0" dirty="0">
                  <a:ln>
                    <a:solidFill>
                      <a:schemeClr val="dk1"/>
                    </a:solidFill>
                    <a:noFill/>
                  </a:ln>
                  <a:effectLst/>
                  <a:uLnTx/>
                  <a:uFillTx/>
                  <a:latin typeface="+mj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0A0DFA2-E384-DB9C-E730-55EC5DA54853}"/>
              </a:ext>
            </a:extLst>
          </p:cNvPr>
          <p:cNvGrpSpPr/>
          <p:nvPr/>
        </p:nvGrpSpPr>
        <p:grpSpPr>
          <a:xfrm>
            <a:off x="9106845" y="1873853"/>
            <a:ext cx="2913895" cy="913259"/>
            <a:chOff x="-468121" y="4567509"/>
            <a:chExt cx="2913895" cy="913259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5F26264B-1D05-70BA-68C1-C35EAC12D69C}"/>
                </a:ext>
              </a:extLst>
            </p:cNvPr>
            <p:cNvGrpSpPr/>
            <p:nvPr/>
          </p:nvGrpSpPr>
          <p:grpSpPr>
            <a:xfrm>
              <a:off x="252595" y="4567509"/>
              <a:ext cx="2193179" cy="913259"/>
              <a:chOff x="1080628" y="2748611"/>
              <a:chExt cx="2193179" cy="913259"/>
            </a:xfrm>
          </p:grpSpPr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5E4B643-49AE-02C5-B3C2-3D33F0801008}"/>
                  </a:ext>
                </a:extLst>
              </p:cNvPr>
              <p:cNvSpPr txBox="1"/>
              <p:nvPr/>
            </p:nvSpPr>
            <p:spPr>
              <a:xfrm>
                <a:off x="1080628" y="2748611"/>
                <a:ext cx="219317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olidFill>
                        <a:schemeClr val="dk1"/>
                      </a:solidFill>
                      <a:schemeClr val="dk1"/>
                    </a:solidFill>
                  </a:defRPr>
                </a:pPr>
                <a:r>
                  <a:rPr kumimoji="0" lang="en-US" sz="1600" b="0" i="0" u="none" strike="noStrike" kern="1200" cap="none" spc="3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rPr>
                  <a:t>Insert title here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D74E6C9D-F0AC-3DD7-0061-C8E17B01D30C}"/>
                  </a:ext>
                </a:extLst>
              </p:cNvPr>
              <p:cNvSpPr txBox="1"/>
              <p:nvPr/>
            </p:nvSpPr>
            <p:spPr>
              <a:xfrm>
                <a:off x="1080628" y="3015539"/>
                <a:ext cx="219317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olidFill>
                        <a:schemeClr val="dk1"/>
                      </a:solidFill>
                      <a:schemeClr val="dk1"/>
                    </a:solidFill>
                  </a:defRPr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Lorem ipsum dolor </a:t>
                </a:r>
                <a:r>
                  <a:rPr kumimoji="0" lang="en-U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amet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, </a:t>
                </a:r>
                <a:r>
                  <a:rPr kumimoji="0" lang="en-U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consectetur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adipiscing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elit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roin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 cursus ligula.</a:t>
                </a:r>
              </a:p>
            </p:txBody>
          </p: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B8F6413-09E4-F590-8489-3EB371EABA3B}"/>
                </a:ext>
              </a:extLst>
            </p:cNvPr>
            <p:cNvSpPr txBox="1"/>
            <p:nvPr/>
          </p:nvSpPr>
          <p:spPr>
            <a:xfrm>
              <a:off x="-468121" y="4790389"/>
              <a:ext cx="67822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olidFill>
                      <a:schemeClr val="dk1"/>
                    </a:solidFill>
                    <a:schemeClr val="dk1"/>
                  </a:solidFill>
                </a:defRPr>
              </a:pPr>
              <a:r>
                <a:rPr kumimoji="0" lang="en-US" sz="1600" b="0" i="0" u="none" strike="noStrike" kern="1200" cap="none" spc="30" normalizeH="0" baseline="0" noProof="0" dirty="0">
                  <a:ln>
                    <a:solidFill>
                      <a:schemeClr val="dk1"/>
                    </a:solidFill>
                    <a:noFill/>
                  </a:ln>
                  <a:effectLst/>
                  <a:uLnTx/>
                  <a:uFillTx/>
                  <a:latin typeface="+mj-lt"/>
                  <a:ea typeface="+mn-ea"/>
                  <a:cs typeface="+mn-cs"/>
                </a:rPr>
                <a:t>07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58255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PPT_AGENDA_PRESENTATION_COLOR_TAG" val="#00007D"/>
  <p:tag name="POWER_USER_PPT_AGENDA_PRESENTATION_DIVIDERS_CHECKED_TAG" val="0"/>
  <p:tag name="POWER_USER_PPT_AGENDA_PRESENTATION_TABLE_OF_CONTENT_CHECKED_TAG" val="1"/>
  <p:tag name="POWER_USER_PPT_AGENDA_PRESENTATION_TITLE_TEXT_TAG" val="Agenda"/>
  <p:tag name="POWER_USER_PPT_AGENDA_PRESENTATION_SHOULD_CREATE_TABLE_OF_CONTENT_TAG" val="0"/>
  <p:tag name="POWER_USER_PPT_AGENDA_PRESENTATION_SHOW_SLIDE_NUMBERS_CHECKED_TAG" val="1"/>
  <p:tag name="POWER_USER_PPT_AGENDA_PRESENTATION_SHOW_SECTION_NUMBERS_CHECKED_TAG" val="1"/>
  <p:tag name="POWER_USER_PPT_AGENDA_PRESENTATION_SHOW_BREADSCRUMBS_CHECKED_TAG" val="0"/>
  <p:tag name="ARTICULATE_DESIGN_ID_OFFICE THEME" val="syyYgZJJ"/>
  <p:tag name="ARTICULATE_PROJECT_OPEN" val="0"/>
  <p:tag name="ARTICULATE_SLIDE_COUNT" val="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cean Wave">
      <a:dk1>
        <a:srgbClr val="061A26"/>
      </a:dk1>
      <a:lt1>
        <a:srgbClr val="F0F9FF"/>
      </a:lt1>
      <a:dk2>
        <a:srgbClr val="075985"/>
      </a:dk2>
      <a:lt2>
        <a:srgbClr val="E0F2FE"/>
      </a:lt2>
      <a:accent1>
        <a:srgbClr val="0C4A6E"/>
      </a:accent1>
      <a:accent2>
        <a:srgbClr val="0E7490"/>
      </a:accent2>
      <a:accent3>
        <a:srgbClr val="0891B2"/>
      </a:accent3>
      <a:accent4>
        <a:srgbClr val="06B6D4"/>
      </a:accent4>
      <a:accent5>
        <a:srgbClr val="22D3EE"/>
      </a:accent5>
      <a:accent6>
        <a:srgbClr val="67E8F9"/>
      </a:accent6>
      <a:hlink>
        <a:srgbClr val="0563C1"/>
      </a:hlink>
      <a:folHlink>
        <a:srgbClr val="954F72"/>
      </a:folHlink>
    </a:clrScheme>
    <a:fontScheme name="Custom 157">
      <a:majorFont>
        <a:latin typeface="Tahoma bol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cean Wave">
      <a:dk1>
        <a:srgbClr val="061A26"/>
      </a:dk1>
      <a:lt1>
        <a:srgbClr val="F0F9FF"/>
      </a:lt1>
      <a:dk2>
        <a:srgbClr val="075985"/>
      </a:dk2>
      <a:lt2>
        <a:srgbClr val="E0F2FE"/>
      </a:lt2>
      <a:accent1>
        <a:srgbClr val="0C4A6E"/>
      </a:accent1>
      <a:accent2>
        <a:srgbClr val="0E7490"/>
      </a:accent2>
      <a:accent3>
        <a:srgbClr val="0891B2"/>
      </a:accent3>
      <a:accent4>
        <a:srgbClr val="06B6D4"/>
      </a:accent4>
      <a:accent5>
        <a:srgbClr val="22D3EE"/>
      </a:accent5>
      <a:accent6>
        <a:srgbClr val="67E8F9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0">
    <wetp:webextensionref xmlns:r="http://schemas.openxmlformats.org/officeDocument/2006/relationships" r:id="rId1"/>
  </wetp:taskpane>
  <wetp:taskpane dockstate="right" visibility="0" width="350" row="9">
    <wetp:webextensionref xmlns:r="http://schemas.openxmlformats.org/officeDocument/2006/relationships" r:id="rId2"/>
  </wetp:taskpane>
  <wetp:taskpane dockstate="right" visibility="0" width="350" row="0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4F0DB6AD-AA6A-49C8-9264-101355AEA7B2}">
  <we:reference id="wa104381063" version="1.0.0.1" store="en-US" storeType="OMEX"/>
  <we:alternateReferences>
    <we:reference id="WA104381063" version="1.0.0.1" store="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62E04DD-50D8-4D76-9848-6555A8D2B5D4}">
  <we:reference id="wa200001396" version="2.1.6.0" store="en-001" storeType="OMEX"/>
  <we:alternateReferences>
    <we:reference id="wa200001396" version="2.1.6.0" store="en-001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21DC2DC5-8D14-4A5B-B73F-CF38CECC781E}">
  <we:reference id="wa200003052" version="1.0.0.0" store="en-US" storeType="OMEX"/>
  <we:alternateReferences>
    <we:reference id="WA200003052" version="1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21431</TotalTime>
  <Words>115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Tahoma</vt:lpstr>
      <vt:lpstr>Tahoma bold</vt:lpstr>
      <vt:lpstr>Office Theme</vt:lpstr>
      <vt:lpstr>Slide Title Here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monir</dc:creator>
  <cp:lastModifiedBy>Andrew Monir</cp:lastModifiedBy>
  <cp:revision>560</cp:revision>
  <dcterms:created xsi:type="dcterms:W3CDTF">2020-11-27T23:09:27Z</dcterms:created>
  <dcterms:modified xsi:type="dcterms:W3CDTF">2022-05-14T18:32:43Z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4BB15136-D798-4488-8D6D-3187EBF00F3F</vt:lpwstr>
  </property>
  <property fmtid="{D5CDD505-2E9C-101B-9397-08002B2CF9AE}" pid="3" name="ArticulatePath">
    <vt:lpwstr>https://d.docs.live.net/a32d64b1d32ea93c/Infographics/Infographics/Master file</vt:lpwstr>
  </property>
</Properties>
</file>