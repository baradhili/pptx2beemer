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2.svg" ContentType="image/svg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</p:sldMasterIdLst>
  <p:sldIdLst>
    <p:sldId id="256" r:id="rId15"/>
    <p:sldId id="257" r:id="rId16"/>
    <p:sldId id="258" r:id="rId17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06080" y="2009880"/>
            <a:ext cx="11382840" cy="423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43C90A-FE2A-4059-A4BC-745FB005A3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620A9B-FDD2-4249-92C6-9837BDDC9EF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0FB201D-44B6-46C0-B8B4-F74E429CDEF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06080" y="2009880"/>
            <a:ext cx="11382840" cy="423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1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53A6BB4-97BB-49F1-9FA4-76F6070E9D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F766A93-7467-45C9-97CB-390C9CB55A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06080" y="2009880"/>
            <a:ext cx="5554800" cy="423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1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39160" y="2009880"/>
            <a:ext cx="5554800" cy="423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1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FF66C79-427F-4827-A89F-BA58088CFF7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E120D6E1-FAD9-4BA0-B26C-61A803C2065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E357BDE-5B53-41E5-978B-63CFFA9E610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EA051989-4C9B-4EF2-9462-B5A54F296D2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8892B1A-5625-4724-A946-A907C246D90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D3C8D7C2-4104-4729-9F22-23E0CF134F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: v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66210C70-4CEE-4468-BCFC-9D698DEB3C16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E7DE371-40B0-4DF8-B497-84897A5A398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to edit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Maste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 text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nd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rd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lev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u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r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h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v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h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v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81DDA1F-F7B3-48A9-B53C-DEE3F523CF8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Master text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EFCDC2B-ECE6-452A-8BB8-5EDA1FAEDFD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6DF787F-2B71-424C-AB62-BC6F9F477E2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C4A8A08-B871-41EF-9D17-4342F8B0B60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9B6614-A493-4E84-969E-8F5424504EB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144E9F6-2F06-413A-B8D2-AD16A2B25AB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66565AC-B5C7-416C-93AF-60E0E44F00F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310EBBD-E15A-4277-8E09-55EAB1ECFC6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BE79F0C-B224-46DE-A0D7-8D16274FD23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2EDE851-05CB-438A-A5D3-E0AE6717390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aphic 14"/>
          <p:cNvGrpSpPr/>
          <p:nvPr/>
        </p:nvGrpSpPr>
        <p:grpSpPr>
          <a:xfrm>
            <a:off x="409320" y="6481800"/>
            <a:ext cx="762840" cy="160920"/>
            <a:chOff x="409320" y="6481800"/>
            <a:chExt cx="762840" cy="160920"/>
          </a:xfrm>
        </p:grpSpPr>
        <p:grpSp>
          <p:nvGrpSpPr>
            <p:cNvPr id="67" name="Graphic 14"/>
            <p:cNvGrpSpPr/>
            <p:nvPr/>
          </p:nvGrpSpPr>
          <p:grpSpPr>
            <a:xfrm>
              <a:off x="542880" y="6489720"/>
              <a:ext cx="51120" cy="138240"/>
              <a:chOff x="542880" y="6489720"/>
              <a:chExt cx="51120" cy="138240"/>
            </a:xfrm>
          </p:grpSpPr>
          <p:sp>
            <p:nvSpPr>
              <p:cNvPr id="68" name="Freeform 17"/>
              <p:cNvSpPr/>
              <p:nvPr/>
            </p:nvSpPr>
            <p:spPr>
              <a:xfrm>
                <a:off x="553680" y="6489720"/>
                <a:ext cx="28080" cy="28080"/>
              </a:xfrm>
              <a:custGeom>
                <a:avLst/>
                <a:gdLst>
                  <a:gd name="textAreaLeft" fmla="*/ 0 w 28080"/>
                  <a:gd name="textAreaRight" fmla="*/ 28440 w 28080"/>
                  <a:gd name="textAreaTop" fmla="*/ 0 h 28080"/>
                  <a:gd name="textAreaBottom" fmla="*/ 28440 h 28080"/>
                </a:gdLst>
                <a:ahLst/>
                <a:rect l="textAreaLeft" t="textAreaTop" r="textAreaRight" b="textAreaBottom"/>
                <a:pathLst>
                  <a:path w="28550" h="28525">
                    <a:moveTo>
                      <a:pt x="28551" y="14263"/>
                    </a:moveTo>
                    <a:cubicBezTo>
                      <a:pt x="28551" y="22140"/>
                      <a:pt x="22159" y="28526"/>
                      <a:pt x="14275" y="28526"/>
                    </a:cubicBezTo>
                    <a:cubicBezTo>
                      <a:pt x="6391" y="28526"/>
                      <a:pt x="0" y="22140"/>
                      <a:pt x="0" y="14263"/>
                    </a:cubicBezTo>
                    <a:cubicBezTo>
                      <a:pt x="0" y="6386"/>
                      <a:pt x="6391" y="0"/>
                      <a:pt x="14275" y="0"/>
                    </a:cubicBezTo>
                    <a:cubicBezTo>
                      <a:pt x="22159" y="0"/>
                      <a:pt x="28551" y="6386"/>
                      <a:pt x="28551" y="14263"/>
                    </a:cubicBezTo>
                    <a:close/>
                  </a:path>
                </a:pathLst>
              </a:custGeom>
              <a:solidFill>
                <a:srgbClr val="cd2c2c"/>
              </a:solidFill>
              <a:ln w="1028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560" bIns="-1656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69" name="Freeform 18"/>
              <p:cNvSpPr/>
              <p:nvPr/>
            </p:nvSpPr>
            <p:spPr>
              <a:xfrm>
                <a:off x="542880" y="6525720"/>
                <a:ext cx="51120" cy="102240"/>
              </a:xfrm>
              <a:custGeom>
                <a:avLst/>
                <a:gdLst>
                  <a:gd name="textAreaLeft" fmla="*/ 0 w 51120"/>
                  <a:gd name="textAreaRight" fmla="*/ 51480 w 51120"/>
                  <a:gd name="textAreaTop" fmla="*/ 0 h 102240"/>
                  <a:gd name="textAreaBottom" fmla="*/ 102600 h 102240"/>
                </a:gdLst>
                <a:ahLst/>
                <a:rect l="textAreaLeft" t="textAreaTop" r="textAreaRight" b="textAreaBottom"/>
                <a:pathLst>
                  <a:path w="51308" h="102527">
                    <a:moveTo>
                      <a:pt x="38895" y="79789"/>
                    </a:moveTo>
                    <a:lnTo>
                      <a:pt x="38895" y="0"/>
                    </a:lnTo>
                    <a:lnTo>
                      <a:pt x="0" y="0"/>
                    </a:lnTo>
                    <a:lnTo>
                      <a:pt x="0" y="7338"/>
                    </a:lnTo>
                    <a:cubicBezTo>
                      <a:pt x="5379" y="7338"/>
                      <a:pt x="12413" y="9922"/>
                      <a:pt x="12413" y="22635"/>
                    </a:cubicBezTo>
                    <a:lnTo>
                      <a:pt x="12413" y="102527"/>
                    </a:lnTo>
                    <a:lnTo>
                      <a:pt x="51308" y="102527"/>
                    </a:lnTo>
                    <a:lnTo>
                      <a:pt x="51308" y="95189"/>
                    </a:lnTo>
                    <a:cubicBezTo>
                      <a:pt x="46033" y="95189"/>
                      <a:pt x="38895" y="92502"/>
                      <a:pt x="38895" y="79789"/>
                    </a:cubicBezTo>
                    <a:close/>
                  </a:path>
                </a:pathLst>
              </a:custGeom>
              <a:solidFill>
                <a:srgbClr val="cd2c2c"/>
              </a:solidFill>
              <a:ln w="1028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  <p:sp>
          <p:nvSpPr>
            <p:cNvPr id="70" name="Freeform 19"/>
            <p:cNvSpPr/>
            <p:nvPr/>
          </p:nvSpPr>
          <p:spPr>
            <a:xfrm>
              <a:off x="890640" y="6523560"/>
              <a:ext cx="114840" cy="104400"/>
            </a:xfrm>
            <a:custGeom>
              <a:avLst/>
              <a:gdLst>
                <a:gd name="textAreaLeft" fmla="*/ 0 w 114840"/>
                <a:gd name="textAreaRight" fmla="*/ 115200 w 114840"/>
                <a:gd name="textAreaTop" fmla="*/ 0 h 104400"/>
                <a:gd name="textAreaBottom" fmla="*/ 104760 h 104400"/>
              </a:gdLst>
              <a:ahLst/>
              <a:rect l="textAreaLeft" t="textAreaTop" r="textAreaRight" b="textAreaBottom"/>
              <a:pathLst>
                <a:path w="115340" h="104801">
                  <a:moveTo>
                    <a:pt x="103030" y="82063"/>
                  </a:moveTo>
                  <a:lnTo>
                    <a:pt x="103030" y="32970"/>
                  </a:lnTo>
                  <a:cubicBezTo>
                    <a:pt x="103030" y="6098"/>
                    <a:pt x="81307" y="0"/>
                    <a:pt x="69721" y="0"/>
                  </a:cubicBezTo>
                  <a:cubicBezTo>
                    <a:pt x="51101" y="0"/>
                    <a:pt x="40964" y="11059"/>
                    <a:pt x="37654" y="17984"/>
                  </a:cubicBezTo>
                  <a:cubicBezTo>
                    <a:pt x="37654" y="17984"/>
                    <a:pt x="37240" y="4651"/>
                    <a:pt x="37240" y="2170"/>
                  </a:cubicBezTo>
                  <a:lnTo>
                    <a:pt x="0" y="2170"/>
                  </a:lnTo>
                  <a:lnTo>
                    <a:pt x="0" y="9509"/>
                  </a:lnTo>
                  <a:cubicBezTo>
                    <a:pt x="5379" y="9509"/>
                    <a:pt x="12413" y="12196"/>
                    <a:pt x="12413" y="24908"/>
                  </a:cubicBezTo>
                  <a:lnTo>
                    <a:pt x="12413" y="82063"/>
                  </a:lnTo>
                  <a:cubicBezTo>
                    <a:pt x="12413" y="94776"/>
                    <a:pt x="5276" y="97463"/>
                    <a:pt x="0" y="97463"/>
                  </a:cubicBezTo>
                  <a:lnTo>
                    <a:pt x="0" y="104801"/>
                  </a:lnTo>
                  <a:lnTo>
                    <a:pt x="38688" y="104801"/>
                  </a:lnTo>
                  <a:lnTo>
                    <a:pt x="51101" y="104801"/>
                  </a:lnTo>
                  <a:lnTo>
                    <a:pt x="51101" y="97463"/>
                  </a:lnTo>
                  <a:cubicBezTo>
                    <a:pt x="45722" y="97463"/>
                    <a:pt x="38688" y="94776"/>
                    <a:pt x="38688" y="82063"/>
                  </a:cubicBezTo>
                  <a:lnTo>
                    <a:pt x="38688" y="44959"/>
                  </a:lnTo>
                  <a:cubicBezTo>
                    <a:pt x="38688" y="37621"/>
                    <a:pt x="39826" y="31833"/>
                    <a:pt x="42102" y="27285"/>
                  </a:cubicBezTo>
                  <a:cubicBezTo>
                    <a:pt x="46033" y="19637"/>
                    <a:pt x="53274" y="16020"/>
                    <a:pt x="59273" y="16020"/>
                  </a:cubicBezTo>
                  <a:cubicBezTo>
                    <a:pt x="66618" y="16020"/>
                    <a:pt x="72307" y="19327"/>
                    <a:pt x="74997" y="26872"/>
                  </a:cubicBezTo>
                  <a:cubicBezTo>
                    <a:pt x="76238" y="30179"/>
                    <a:pt x="76652" y="34314"/>
                    <a:pt x="76652" y="39275"/>
                  </a:cubicBezTo>
                  <a:lnTo>
                    <a:pt x="76652" y="104698"/>
                  </a:lnTo>
                  <a:lnTo>
                    <a:pt x="115340" y="104698"/>
                  </a:lnTo>
                  <a:lnTo>
                    <a:pt x="115340" y="97463"/>
                  </a:lnTo>
                  <a:cubicBezTo>
                    <a:pt x="110064" y="97463"/>
                    <a:pt x="103030" y="94776"/>
                    <a:pt x="103030" y="82063"/>
                  </a:cubicBezTo>
                  <a:close/>
                </a:path>
              </a:pathLst>
            </a:custGeom>
            <a:solidFill>
              <a:srgbClr val="cd2c2c"/>
            </a:solidFill>
            <a:ln w="1028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1" name="Freeform 20"/>
            <p:cNvSpPr/>
            <p:nvPr/>
          </p:nvSpPr>
          <p:spPr>
            <a:xfrm>
              <a:off x="600120" y="6523560"/>
              <a:ext cx="105840" cy="106560"/>
            </a:xfrm>
            <a:custGeom>
              <a:avLst/>
              <a:gdLst>
                <a:gd name="textAreaLeft" fmla="*/ 0 w 105840"/>
                <a:gd name="textAreaRight" fmla="*/ 106200 w 105840"/>
                <a:gd name="textAreaTop" fmla="*/ 0 h 106560"/>
                <a:gd name="textAreaBottom" fmla="*/ 106920 h 106560"/>
              </a:gdLst>
              <a:ahLst/>
              <a:rect l="textAreaLeft" t="textAreaTop" r="textAreaRight" b="textAreaBottom"/>
              <a:pathLst>
                <a:path w="106340" h="106868">
                  <a:moveTo>
                    <a:pt x="53170" y="0"/>
                  </a:moveTo>
                  <a:cubicBezTo>
                    <a:pt x="22551" y="0"/>
                    <a:pt x="0" y="22635"/>
                    <a:pt x="0" y="53434"/>
                  </a:cubicBezTo>
                  <a:cubicBezTo>
                    <a:pt x="0" y="84234"/>
                    <a:pt x="22551" y="106868"/>
                    <a:pt x="53170" y="106868"/>
                  </a:cubicBezTo>
                  <a:cubicBezTo>
                    <a:pt x="83790" y="106868"/>
                    <a:pt x="106340" y="84234"/>
                    <a:pt x="106340" y="53434"/>
                  </a:cubicBezTo>
                  <a:cubicBezTo>
                    <a:pt x="106340" y="22635"/>
                    <a:pt x="83893" y="0"/>
                    <a:pt x="53170" y="0"/>
                  </a:cubicBezTo>
                  <a:close/>
                  <a:moveTo>
                    <a:pt x="60308" y="94362"/>
                  </a:moveTo>
                  <a:cubicBezTo>
                    <a:pt x="44791" y="97153"/>
                    <a:pt x="32792" y="82373"/>
                    <a:pt x="28447" y="57672"/>
                  </a:cubicBezTo>
                  <a:cubicBezTo>
                    <a:pt x="24102" y="33383"/>
                    <a:pt x="30619" y="14883"/>
                    <a:pt x="45826" y="12092"/>
                  </a:cubicBezTo>
                  <a:cubicBezTo>
                    <a:pt x="61342" y="9302"/>
                    <a:pt x="73445" y="24392"/>
                    <a:pt x="77686" y="48783"/>
                  </a:cubicBezTo>
                  <a:cubicBezTo>
                    <a:pt x="82031" y="73485"/>
                    <a:pt x="75824" y="91572"/>
                    <a:pt x="60308" y="94362"/>
                  </a:cubicBezTo>
                  <a:close/>
                </a:path>
              </a:pathLst>
            </a:custGeom>
            <a:solidFill>
              <a:srgbClr val="cd2c2c"/>
            </a:solidFill>
            <a:ln w="1028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2" name="Freeform 21"/>
            <p:cNvSpPr/>
            <p:nvPr/>
          </p:nvSpPr>
          <p:spPr>
            <a:xfrm>
              <a:off x="1066320" y="6523560"/>
              <a:ext cx="105840" cy="106560"/>
            </a:xfrm>
            <a:custGeom>
              <a:avLst/>
              <a:gdLst>
                <a:gd name="textAreaLeft" fmla="*/ 0 w 105840"/>
                <a:gd name="textAreaRight" fmla="*/ 106200 w 105840"/>
                <a:gd name="textAreaTop" fmla="*/ 0 h 106560"/>
                <a:gd name="textAreaBottom" fmla="*/ 106920 h 106560"/>
              </a:gdLst>
              <a:ahLst/>
              <a:rect l="textAreaLeft" t="textAreaTop" r="textAreaRight" b="textAreaBottom"/>
              <a:pathLst>
                <a:path w="106340" h="106868">
                  <a:moveTo>
                    <a:pt x="53170" y="0"/>
                  </a:moveTo>
                  <a:cubicBezTo>
                    <a:pt x="22551" y="0"/>
                    <a:pt x="0" y="22635"/>
                    <a:pt x="0" y="53434"/>
                  </a:cubicBezTo>
                  <a:cubicBezTo>
                    <a:pt x="0" y="84234"/>
                    <a:pt x="22551" y="106868"/>
                    <a:pt x="53170" y="106868"/>
                  </a:cubicBezTo>
                  <a:cubicBezTo>
                    <a:pt x="83790" y="106868"/>
                    <a:pt x="106340" y="84234"/>
                    <a:pt x="106340" y="53434"/>
                  </a:cubicBezTo>
                  <a:cubicBezTo>
                    <a:pt x="106237" y="22635"/>
                    <a:pt x="83790" y="0"/>
                    <a:pt x="53170" y="0"/>
                  </a:cubicBezTo>
                  <a:close/>
                  <a:moveTo>
                    <a:pt x="60204" y="94362"/>
                  </a:moveTo>
                  <a:cubicBezTo>
                    <a:pt x="44688" y="97153"/>
                    <a:pt x="32688" y="82373"/>
                    <a:pt x="28344" y="57672"/>
                  </a:cubicBezTo>
                  <a:cubicBezTo>
                    <a:pt x="23999" y="33383"/>
                    <a:pt x="30516" y="14883"/>
                    <a:pt x="45722" y="12092"/>
                  </a:cubicBezTo>
                  <a:cubicBezTo>
                    <a:pt x="61239" y="9302"/>
                    <a:pt x="73342" y="24392"/>
                    <a:pt x="77583" y="48783"/>
                  </a:cubicBezTo>
                  <a:cubicBezTo>
                    <a:pt x="81928" y="73485"/>
                    <a:pt x="75721" y="91572"/>
                    <a:pt x="60204" y="94362"/>
                  </a:cubicBezTo>
                  <a:close/>
                </a:path>
              </a:pathLst>
            </a:custGeom>
            <a:solidFill>
              <a:srgbClr val="cd2c2c"/>
            </a:solidFill>
            <a:ln w="1028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3" name="Freeform 22"/>
            <p:cNvSpPr/>
            <p:nvPr/>
          </p:nvSpPr>
          <p:spPr>
            <a:xfrm>
              <a:off x="409320" y="6481800"/>
              <a:ext cx="141120" cy="160920"/>
            </a:xfrm>
            <a:custGeom>
              <a:avLst/>
              <a:gdLst>
                <a:gd name="textAreaLeft" fmla="*/ 0 w 141120"/>
                <a:gd name="textAreaRight" fmla="*/ 141480 w 141120"/>
                <a:gd name="textAreaTop" fmla="*/ 0 h 160920"/>
                <a:gd name="textAreaBottom" fmla="*/ 161280 h 160920"/>
              </a:gdLst>
              <a:ahLst/>
              <a:rect l="textAreaLeft" t="textAreaTop" r="textAreaRight" b="textAreaBottom"/>
              <a:pathLst>
                <a:path w="141614" h="161128">
                  <a:moveTo>
                    <a:pt x="141098" y="152654"/>
                  </a:moveTo>
                  <a:cubicBezTo>
                    <a:pt x="135615" y="152654"/>
                    <a:pt x="130546" y="148210"/>
                    <a:pt x="128581" y="145729"/>
                  </a:cubicBezTo>
                  <a:cubicBezTo>
                    <a:pt x="114099" y="126919"/>
                    <a:pt x="102513" y="74518"/>
                    <a:pt x="82548" y="73175"/>
                  </a:cubicBezTo>
                  <a:cubicBezTo>
                    <a:pt x="101272" y="69661"/>
                    <a:pt x="114719" y="56948"/>
                    <a:pt x="114719" y="38034"/>
                  </a:cubicBezTo>
                  <a:cubicBezTo>
                    <a:pt x="114719" y="21291"/>
                    <a:pt x="105306" y="0"/>
                    <a:pt x="65377" y="0"/>
                  </a:cubicBezTo>
                  <a:lnTo>
                    <a:pt x="0" y="0"/>
                  </a:lnTo>
                  <a:lnTo>
                    <a:pt x="0" y="8372"/>
                  </a:lnTo>
                  <a:cubicBezTo>
                    <a:pt x="5483" y="8372"/>
                    <a:pt x="12413" y="10956"/>
                    <a:pt x="12413" y="23771"/>
                  </a:cubicBezTo>
                  <a:lnTo>
                    <a:pt x="12413" y="122681"/>
                  </a:lnTo>
                  <a:cubicBezTo>
                    <a:pt x="12413" y="135497"/>
                    <a:pt x="5483" y="138081"/>
                    <a:pt x="0" y="138081"/>
                  </a:cubicBezTo>
                  <a:lnTo>
                    <a:pt x="0" y="146453"/>
                  </a:lnTo>
                  <a:lnTo>
                    <a:pt x="52446" y="146453"/>
                  </a:lnTo>
                  <a:lnTo>
                    <a:pt x="52446" y="138081"/>
                  </a:lnTo>
                  <a:cubicBezTo>
                    <a:pt x="46964" y="138081"/>
                    <a:pt x="40033" y="135497"/>
                    <a:pt x="40033" y="122681"/>
                  </a:cubicBezTo>
                  <a:lnTo>
                    <a:pt x="40033" y="75035"/>
                  </a:lnTo>
                  <a:lnTo>
                    <a:pt x="53687" y="75035"/>
                  </a:lnTo>
                  <a:cubicBezTo>
                    <a:pt x="74480" y="75035"/>
                    <a:pt x="80790" y="124748"/>
                    <a:pt x="98065" y="147900"/>
                  </a:cubicBezTo>
                  <a:cubicBezTo>
                    <a:pt x="104272" y="156168"/>
                    <a:pt x="114719" y="161129"/>
                    <a:pt x="126202" y="161129"/>
                  </a:cubicBezTo>
                  <a:lnTo>
                    <a:pt x="141615" y="161129"/>
                  </a:lnTo>
                  <a:lnTo>
                    <a:pt x="141615" y="152757"/>
                  </a:lnTo>
                  <a:cubicBezTo>
                    <a:pt x="141511" y="152654"/>
                    <a:pt x="141098" y="152654"/>
                    <a:pt x="141098" y="152654"/>
                  </a:cubicBezTo>
                  <a:close/>
                  <a:moveTo>
                    <a:pt x="53687" y="65940"/>
                  </a:moveTo>
                  <a:cubicBezTo>
                    <a:pt x="53377" y="65940"/>
                    <a:pt x="40033" y="65940"/>
                    <a:pt x="40033" y="65940"/>
                  </a:cubicBezTo>
                  <a:lnTo>
                    <a:pt x="40033" y="14573"/>
                  </a:lnTo>
                  <a:cubicBezTo>
                    <a:pt x="40033" y="14573"/>
                    <a:pt x="52032" y="14676"/>
                    <a:pt x="55756" y="14676"/>
                  </a:cubicBezTo>
                  <a:cubicBezTo>
                    <a:pt x="79342" y="14676"/>
                    <a:pt x="84100" y="26872"/>
                    <a:pt x="84100" y="40205"/>
                  </a:cubicBezTo>
                  <a:cubicBezTo>
                    <a:pt x="84100" y="51677"/>
                    <a:pt x="79445" y="65526"/>
                    <a:pt x="53687" y="65940"/>
                  </a:cubicBezTo>
                  <a:close/>
                </a:path>
              </a:pathLst>
            </a:custGeom>
            <a:solidFill>
              <a:srgbClr val="cd2c2c"/>
            </a:solidFill>
            <a:ln w="1028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4" name="Freeform 23"/>
            <p:cNvSpPr/>
            <p:nvPr/>
          </p:nvSpPr>
          <p:spPr>
            <a:xfrm>
              <a:off x="717480" y="6481800"/>
              <a:ext cx="113760" cy="146160"/>
            </a:xfrm>
            <a:custGeom>
              <a:avLst/>
              <a:gdLst>
                <a:gd name="textAreaLeft" fmla="*/ 0 w 113760"/>
                <a:gd name="textAreaRight" fmla="*/ 114120 w 113760"/>
                <a:gd name="textAreaTop" fmla="*/ 0 h 146160"/>
                <a:gd name="textAreaBottom" fmla="*/ 146520 h 146160"/>
              </a:gdLst>
              <a:ahLst/>
              <a:rect l="textAreaLeft" t="textAreaTop" r="textAreaRight" b="textAreaBottom"/>
              <a:pathLst>
                <a:path w="114098" h="146452">
                  <a:moveTo>
                    <a:pt x="113995" y="0"/>
                  </a:moveTo>
                  <a:lnTo>
                    <a:pt x="0" y="0"/>
                  </a:lnTo>
                  <a:lnTo>
                    <a:pt x="0" y="30179"/>
                  </a:lnTo>
                  <a:lnTo>
                    <a:pt x="8793" y="30179"/>
                  </a:lnTo>
                  <a:cubicBezTo>
                    <a:pt x="8793" y="18294"/>
                    <a:pt x="15517" y="14676"/>
                    <a:pt x="30826" y="14676"/>
                  </a:cubicBezTo>
                  <a:lnTo>
                    <a:pt x="43240" y="14676"/>
                  </a:lnTo>
                  <a:lnTo>
                    <a:pt x="43240" y="122681"/>
                  </a:lnTo>
                  <a:cubicBezTo>
                    <a:pt x="43240" y="135497"/>
                    <a:pt x="36102" y="138184"/>
                    <a:pt x="30826" y="138184"/>
                  </a:cubicBezTo>
                  <a:lnTo>
                    <a:pt x="30826" y="146453"/>
                  </a:lnTo>
                  <a:lnTo>
                    <a:pt x="83272" y="146453"/>
                  </a:lnTo>
                  <a:lnTo>
                    <a:pt x="83272" y="138184"/>
                  </a:lnTo>
                  <a:cubicBezTo>
                    <a:pt x="77893" y="138184"/>
                    <a:pt x="70859" y="135394"/>
                    <a:pt x="70859" y="122681"/>
                  </a:cubicBezTo>
                  <a:lnTo>
                    <a:pt x="70859" y="14676"/>
                  </a:lnTo>
                  <a:lnTo>
                    <a:pt x="83272" y="14676"/>
                  </a:lnTo>
                  <a:cubicBezTo>
                    <a:pt x="98582" y="14676"/>
                    <a:pt x="105306" y="18397"/>
                    <a:pt x="105306" y="30179"/>
                  </a:cubicBezTo>
                  <a:lnTo>
                    <a:pt x="114099" y="30179"/>
                  </a:lnTo>
                  <a:lnTo>
                    <a:pt x="113995" y="0"/>
                  </a:lnTo>
                  <a:close/>
                </a:path>
              </a:pathLst>
            </a:custGeom>
            <a:solidFill>
              <a:srgbClr val="cd2c2c"/>
            </a:solidFill>
            <a:ln w="1028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grpSp>
          <p:nvGrpSpPr>
            <p:cNvPr id="75" name="Graphic 14"/>
            <p:cNvGrpSpPr/>
            <p:nvPr/>
          </p:nvGrpSpPr>
          <p:grpSpPr>
            <a:xfrm>
              <a:off x="831600" y="6489720"/>
              <a:ext cx="51120" cy="138240"/>
              <a:chOff x="831600" y="6489720"/>
              <a:chExt cx="51120" cy="138240"/>
            </a:xfrm>
          </p:grpSpPr>
          <p:sp>
            <p:nvSpPr>
              <p:cNvPr id="76" name="Freeform 25"/>
              <p:cNvSpPr/>
              <p:nvPr/>
            </p:nvSpPr>
            <p:spPr>
              <a:xfrm>
                <a:off x="842040" y="6489720"/>
                <a:ext cx="28080" cy="28080"/>
              </a:xfrm>
              <a:custGeom>
                <a:avLst/>
                <a:gdLst>
                  <a:gd name="textAreaLeft" fmla="*/ 0 w 28080"/>
                  <a:gd name="textAreaRight" fmla="*/ 28440 w 28080"/>
                  <a:gd name="textAreaTop" fmla="*/ 0 h 28080"/>
                  <a:gd name="textAreaBottom" fmla="*/ 28440 h 28080"/>
                </a:gdLst>
                <a:ahLst/>
                <a:rect l="textAreaLeft" t="textAreaTop" r="textAreaRight" b="textAreaBottom"/>
                <a:pathLst>
                  <a:path w="28550" h="28525">
                    <a:moveTo>
                      <a:pt x="28551" y="14263"/>
                    </a:moveTo>
                    <a:cubicBezTo>
                      <a:pt x="28551" y="22140"/>
                      <a:pt x="22159" y="28526"/>
                      <a:pt x="14275" y="28526"/>
                    </a:cubicBezTo>
                    <a:cubicBezTo>
                      <a:pt x="6391" y="28526"/>
                      <a:pt x="0" y="22140"/>
                      <a:pt x="0" y="14263"/>
                    </a:cubicBezTo>
                    <a:cubicBezTo>
                      <a:pt x="0" y="6386"/>
                      <a:pt x="6391" y="0"/>
                      <a:pt x="14275" y="0"/>
                    </a:cubicBezTo>
                    <a:cubicBezTo>
                      <a:pt x="22159" y="0"/>
                      <a:pt x="28551" y="6386"/>
                      <a:pt x="28551" y="14263"/>
                    </a:cubicBezTo>
                    <a:close/>
                  </a:path>
                </a:pathLst>
              </a:custGeom>
              <a:solidFill>
                <a:srgbClr val="cd2c2c"/>
              </a:solidFill>
              <a:ln w="1028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560" bIns="-1656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77" name="Freeform 26"/>
              <p:cNvSpPr/>
              <p:nvPr/>
            </p:nvSpPr>
            <p:spPr>
              <a:xfrm>
                <a:off x="831600" y="6525720"/>
                <a:ext cx="51120" cy="102240"/>
              </a:xfrm>
              <a:custGeom>
                <a:avLst/>
                <a:gdLst>
                  <a:gd name="textAreaLeft" fmla="*/ 0 w 51120"/>
                  <a:gd name="textAreaRight" fmla="*/ 51480 w 51120"/>
                  <a:gd name="textAreaTop" fmla="*/ 0 h 102240"/>
                  <a:gd name="textAreaBottom" fmla="*/ 102600 h 102240"/>
                </a:gdLst>
                <a:ahLst/>
                <a:rect l="textAreaLeft" t="textAreaTop" r="textAreaRight" b="textAreaBottom"/>
                <a:pathLst>
                  <a:path w="51411" h="102630">
                    <a:moveTo>
                      <a:pt x="38895" y="79789"/>
                    </a:moveTo>
                    <a:lnTo>
                      <a:pt x="38895" y="0"/>
                    </a:lnTo>
                    <a:lnTo>
                      <a:pt x="0" y="0"/>
                    </a:lnTo>
                    <a:lnTo>
                      <a:pt x="0" y="7338"/>
                    </a:lnTo>
                    <a:cubicBezTo>
                      <a:pt x="5379" y="7338"/>
                      <a:pt x="12413" y="10025"/>
                      <a:pt x="12413" y="22738"/>
                    </a:cubicBezTo>
                    <a:lnTo>
                      <a:pt x="12413" y="79893"/>
                    </a:lnTo>
                    <a:cubicBezTo>
                      <a:pt x="12413" y="92605"/>
                      <a:pt x="5276" y="95292"/>
                      <a:pt x="0" y="95292"/>
                    </a:cubicBezTo>
                    <a:lnTo>
                      <a:pt x="0" y="102631"/>
                    </a:lnTo>
                    <a:lnTo>
                      <a:pt x="51412" y="102631"/>
                    </a:lnTo>
                    <a:lnTo>
                      <a:pt x="51412" y="95189"/>
                    </a:lnTo>
                    <a:cubicBezTo>
                      <a:pt x="46033" y="95189"/>
                      <a:pt x="38895" y="92502"/>
                      <a:pt x="38895" y="79789"/>
                    </a:cubicBezTo>
                    <a:close/>
                  </a:path>
                </a:pathLst>
              </a:custGeom>
              <a:solidFill>
                <a:srgbClr val="cd2c2c"/>
              </a:solidFill>
              <a:ln w="1028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  <p:sp>
          <p:nvSpPr>
            <p:cNvPr id="78" name="Freeform 27"/>
            <p:cNvSpPr/>
            <p:nvPr/>
          </p:nvSpPr>
          <p:spPr>
            <a:xfrm>
              <a:off x="1004760" y="6502680"/>
              <a:ext cx="54000" cy="12528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125280"/>
                <a:gd name="textAreaBottom" fmla="*/ 125640 h 125280"/>
              </a:gdLst>
              <a:ahLst/>
              <a:rect l="textAreaLeft" t="textAreaTop" r="textAreaRight" b="textAreaBottom"/>
              <a:pathLst>
                <a:path w="54308" h="125575">
                  <a:moveTo>
                    <a:pt x="39619" y="0"/>
                  </a:moveTo>
                  <a:lnTo>
                    <a:pt x="26068" y="0"/>
                  </a:lnTo>
                  <a:cubicBezTo>
                    <a:pt x="26068" y="14573"/>
                    <a:pt x="14379" y="26355"/>
                    <a:pt x="0" y="26355"/>
                  </a:cubicBezTo>
                  <a:lnTo>
                    <a:pt x="0" y="33693"/>
                  </a:lnTo>
                  <a:lnTo>
                    <a:pt x="13241" y="33693"/>
                  </a:lnTo>
                  <a:lnTo>
                    <a:pt x="13241" y="103251"/>
                  </a:lnTo>
                  <a:cubicBezTo>
                    <a:pt x="13241" y="119167"/>
                    <a:pt x="19137" y="125575"/>
                    <a:pt x="36412" y="125575"/>
                  </a:cubicBezTo>
                  <a:lnTo>
                    <a:pt x="52136" y="125575"/>
                  </a:lnTo>
                  <a:lnTo>
                    <a:pt x="52136" y="118237"/>
                  </a:lnTo>
                  <a:cubicBezTo>
                    <a:pt x="46757" y="118237"/>
                    <a:pt x="39619" y="115550"/>
                    <a:pt x="39619" y="102837"/>
                  </a:cubicBezTo>
                  <a:cubicBezTo>
                    <a:pt x="39619" y="100253"/>
                    <a:pt x="39619" y="33590"/>
                    <a:pt x="39619" y="33590"/>
                  </a:cubicBezTo>
                  <a:lnTo>
                    <a:pt x="54308" y="33590"/>
                  </a:lnTo>
                  <a:lnTo>
                    <a:pt x="54308" y="22945"/>
                  </a:lnTo>
                  <a:lnTo>
                    <a:pt x="39619" y="22945"/>
                  </a:lnTo>
                  <a:lnTo>
                    <a:pt x="39619" y="0"/>
                  </a:lnTo>
                  <a:close/>
                </a:path>
              </a:pathLst>
            </a:custGeom>
            <a:solidFill>
              <a:srgbClr val="cd2c2c"/>
            </a:solidFill>
            <a:ln w="1028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pic>
        <p:nvPicPr>
          <p:cNvPr id="79" name="Graphic 2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85760" y="0"/>
            <a:ext cx="3905640" cy="6857640"/>
          </a:xfrm>
          <a:prstGeom prst="rect">
            <a:avLst/>
          </a:prstGeom>
          <a:ln w="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body"/>
          </p:nvPr>
        </p:nvSpPr>
        <p:spPr>
          <a:xfrm>
            <a:off x="406080" y="1889640"/>
            <a:ext cx="8465760" cy="326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4800" spc="-1" strike="noStrike">
                <a:solidFill>
                  <a:srgbClr val="015a3c"/>
                </a:solidFill>
                <a:latin typeface="Arial"/>
              </a:rPr>
              <a:t>[Title slide: v7] First level &lt;Heading&gt;</a:t>
            </a:r>
            <a:endParaRPr b="1" lang="en-US" sz="48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GB" sz="2400" spc="-1" strike="noStrike">
                <a:solidFill>
                  <a:schemeClr val="dk1"/>
                </a:solidFill>
                <a:latin typeface="Arial"/>
              </a:rPr>
              <a:t>Second level &lt;Subheading&gt;</a:t>
            </a:r>
            <a:endParaRPr b="1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dt" idx="34"/>
          </p:nvPr>
        </p:nvSpPr>
        <p:spPr>
          <a:xfrm>
            <a:off x="406080" y="5907240"/>
            <a:ext cx="4088160" cy="3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4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GB" sz="1400" spc="-1" strike="noStrike">
                <a:solidFill>
                  <a:schemeClr val="dk1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82" name="Graphic 14"/>
          <p:cNvGrpSpPr/>
          <p:nvPr/>
        </p:nvGrpSpPr>
        <p:grpSpPr>
          <a:xfrm>
            <a:off x="406440" y="926280"/>
            <a:ext cx="1820520" cy="384120"/>
            <a:chOff x="406440" y="926280"/>
            <a:chExt cx="1820520" cy="384120"/>
          </a:xfrm>
        </p:grpSpPr>
        <p:grpSp>
          <p:nvGrpSpPr>
            <p:cNvPr id="83" name="Graphic 14"/>
            <p:cNvGrpSpPr/>
            <p:nvPr/>
          </p:nvGrpSpPr>
          <p:grpSpPr>
            <a:xfrm>
              <a:off x="724680" y="944280"/>
              <a:ext cx="122040" cy="330840"/>
              <a:chOff x="724680" y="944280"/>
              <a:chExt cx="122040" cy="330840"/>
            </a:xfrm>
          </p:grpSpPr>
          <p:sp>
            <p:nvSpPr>
              <p:cNvPr id="84" name="Freeform 18"/>
              <p:cNvSpPr/>
              <p:nvPr/>
            </p:nvSpPr>
            <p:spPr>
              <a:xfrm>
                <a:off x="750240" y="944280"/>
                <a:ext cx="67680" cy="6768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680"/>
                  <a:gd name="textAreaBottom" fmla="*/ 68040 h 67680"/>
                </a:gdLst>
                <a:ahLst/>
                <a:rect l="textAreaLeft" t="textAreaTop" r="textAreaRight" b="textAreaBottom"/>
                <a:pathLst>
                  <a:path w="28550" h="28525">
                    <a:moveTo>
                      <a:pt x="28551" y="14263"/>
                    </a:moveTo>
                    <a:cubicBezTo>
                      <a:pt x="28551" y="22140"/>
                      <a:pt x="22159" y="28526"/>
                      <a:pt x="14275" y="28526"/>
                    </a:cubicBezTo>
                    <a:cubicBezTo>
                      <a:pt x="6391" y="28526"/>
                      <a:pt x="0" y="22140"/>
                      <a:pt x="0" y="14263"/>
                    </a:cubicBezTo>
                    <a:cubicBezTo>
                      <a:pt x="0" y="6386"/>
                      <a:pt x="6391" y="0"/>
                      <a:pt x="14275" y="0"/>
                    </a:cubicBezTo>
                    <a:cubicBezTo>
                      <a:pt x="22159" y="0"/>
                      <a:pt x="28551" y="6386"/>
                      <a:pt x="28551" y="14263"/>
                    </a:cubicBezTo>
                    <a:close/>
                  </a:path>
                </a:pathLst>
              </a:custGeom>
              <a:solidFill>
                <a:srgbClr val="cd2c2c"/>
              </a:solidFill>
              <a:ln w="1028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3040" bIns="2304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85" name="Freeform 19"/>
              <p:cNvSpPr/>
              <p:nvPr/>
            </p:nvSpPr>
            <p:spPr>
              <a:xfrm>
                <a:off x="724680" y="1031040"/>
                <a:ext cx="122040" cy="244080"/>
              </a:xfrm>
              <a:custGeom>
                <a:avLst/>
                <a:gdLst>
                  <a:gd name="textAreaLeft" fmla="*/ 0 w 122040"/>
                  <a:gd name="textAreaRight" fmla="*/ 122400 w 122040"/>
                  <a:gd name="textAreaTop" fmla="*/ 0 h 244080"/>
                  <a:gd name="textAreaBottom" fmla="*/ 244440 h 244080"/>
                </a:gdLst>
                <a:ahLst/>
                <a:rect l="textAreaLeft" t="textAreaTop" r="textAreaRight" b="textAreaBottom"/>
                <a:pathLst>
                  <a:path w="51308" h="102527">
                    <a:moveTo>
                      <a:pt x="38895" y="79789"/>
                    </a:moveTo>
                    <a:lnTo>
                      <a:pt x="38895" y="0"/>
                    </a:lnTo>
                    <a:lnTo>
                      <a:pt x="0" y="0"/>
                    </a:lnTo>
                    <a:lnTo>
                      <a:pt x="0" y="7338"/>
                    </a:lnTo>
                    <a:cubicBezTo>
                      <a:pt x="5379" y="7338"/>
                      <a:pt x="12413" y="9922"/>
                      <a:pt x="12413" y="22635"/>
                    </a:cubicBezTo>
                    <a:lnTo>
                      <a:pt x="12413" y="102527"/>
                    </a:lnTo>
                    <a:lnTo>
                      <a:pt x="51308" y="102527"/>
                    </a:lnTo>
                    <a:lnTo>
                      <a:pt x="51308" y="95189"/>
                    </a:lnTo>
                    <a:cubicBezTo>
                      <a:pt x="46033" y="95189"/>
                      <a:pt x="38895" y="92502"/>
                      <a:pt x="38895" y="79789"/>
                    </a:cubicBezTo>
                    <a:close/>
                  </a:path>
                </a:pathLst>
              </a:custGeom>
              <a:solidFill>
                <a:srgbClr val="cd2c2c"/>
              </a:solidFill>
              <a:ln w="1028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  <p:sp>
          <p:nvSpPr>
            <p:cNvPr id="86" name="Freeform 9"/>
            <p:cNvSpPr/>
            <p:nvPr/>
          </p:nvSpPr>
          <p:spPr>
            <a:xfrm>
              <a:off x="1553760" y="1025280"/>
              <a:ext cx="274680" cy="249480"/>
            </a:xfrm>
            <a:custGeom>
              <a:avLst/>
              <a:gdLst>
                <a:gd name="textAreaLeft" fmla="*/ 0 w 274680"/>
                <a:gd name="textAreaRight" fmla="*/ 275040 w 274680"/>
                <a:gd name="textAreaTop" fmla="*/ 0 h 249480"/>
                <a:gd name="textAreaBottom" fmla="*/ 249840 h 249480"/>
              </a:gdLst>
              <a:ahLst/>
              <a:rect l="textAreaLeft" t="textAreaTop" r="textAreaRight" b="textAreaBottom"/>
              <a:pathLst>
                <a:path w="115340" h="104801">
                  <a:moveTo>
                    <a:pt x="103030" y="82063"/>
                  </a:moveTo>
                  <a:lnTo>
                    <a:pt x="103030" y="32970"/>
                  </a:lnTo>
                  <a:cubicBezTo>
                    <a:pt x="103030" y="6098"/>
                    <a:pt x="81307" y="0"/>
                    <a:pt x="69721" y="0"/>
                  </a:cubicBezTo>
                  <a:cubicBezTo>
                    <a:pt x="51101" y="0"/>
                    <a:pt x="40964" y="11059"/>
                    <a:pt x="37654" y="17984"/>
                  </a:cubicBezTo>
                  <a:cubicBezTo>
                    <a:pt x="37654" y="17984"/>
                    <a:pt x="37240" y="4651"/>
                    <a:pt x="37240" y="2170"/>
                  </a:cubicBezTo>
                  <a:lnTo>
                    <a:pt x="0" y="2170"/>
                  </a:lnTo>
                  <a:lnTo>
                    <a:pt x="0" y="9509"/>
                  </a:lnTo>
                  <a:cubicBezTo>
                    <a:pt x="5379" y="9509"/>
                    <a:pt x="12413" y="12196"/>
                    <a:pt x="12413" y="24908"/>
                  </a:cubicBezTo>
                  <a:lnTo>
                    <a:pt x="12413" y="82063"/>
                  </a:lnTo>
                  <a:cubicBezTo>
                    <a:pt x="12413" y="94776"/>
                    <a:pt x="5276" y="97463"/>
                    <a:pt x="0" y="97463"/>
                  </a:cubicBezTo>
                  <a:lnTo>
                    <a:pt x="0" y="104801"/>
                  </a:lnTo>
                  <a:lnTo>
                    <a:pt x="38688" y="104801"/>
                  </a:lnTo>
                  <a:lnTo>
                    <a:pt x="51101" y="104801"/>
                  </a:lnTo>
                  <a:lnTo>
                    <a:pt x="51101" y="97463"/>
                  </a:lnTo>
                  <a:cubicBezTo>
                    <a:pt x="45722" y="97463"/>
                    <a:pt x="38688" y="94776"/>
                    <a:pt x="38688" y="82063"/>
                  </a:cubicBezTo>
                  <a:lnTo>
                    <a:pt x="38688" y="44959"/>
                  </a:lnTo>
                  <a:cubicBezTo>
                    <a:pt x="38688" y="37621"/>
                    <a:pt x="39826" y="31833"/>
                    <a:pt x="42102" y="27285"/>
                  </a:cubicBezTo>
                  <a:cubicBezTo>
                    <a:pt x="46033" y="19637"/>
                    <a:pt x="53274" y="16020"/>
                    <a:pt x="59273" y="16020"/>
                  </a:cubicBezTo>
                  <a:cubicBezTo>
                    <a:pt x="66618" y="16020"/>
                    <a:pt x="72307" y="19327"/>
                    <a:pt x="74997" y="26872"/>
                  </a:cubicBezTo>
                  <a:cubicBezTo>
                    <a:pt x="76238" y="30179"/>
                    <a:pt x="76652" y="34314"/>
                    <a:pt x="76652" y="39275"/>
                  </a:cubicBezTo>
                  <a:lnTo>
                    <a:pt x="76652" y="104698"/>
                  </a:lnTo>
                  <a:lnTo>
                    <a:pt x="115340" y="104698"/>
                  </a:lnTo>
                  <a:lnTo>
                    <a:pt x="115340" y="97463"/>
                  </a:lnTo>
                  <a:cubicBezTo>
                    <a:pt x="110064" y="97463"/>
                    <a:pt x="103030" y="94776"/>
                    <a:pt x="103030" y="82063"/>
                  </a:cubicBezTo>
                  <a:close/>
                </a:path>
              </a:pathLst>
            </a:custGeom>
            <a:solidFill>
              <a:srgbClr val="cd2c2c"/>
            </a:solidFill>
            <a:ln w="1028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7" name="Freeform 10"/>
            <p:cNvSpPr/>
            <p:nvPr/>
          </p:nvSpPr>
          <p:spPr>
            <a:xfrm>
              <a:off x="861120" y="1025640"/>
              <a:ext cx="253440" cy="254520"/>
            </a:xfrm>
            <a:custGeom>
              <a:avLst/>
              <a:gdLst>
                <a:gd name="textAreaLeft" fmla="*/ 0 w 253440"/>
                <a:gd name="textAreaRight" fmla="*/ 253800 w 253440"/>
                <a:gd name="textAreaTop" fmla="*/ 0 h 254520"/>
                <a:gd name="textAreaBottom" fmla="*/ 254880 h 254520"/>
              </a:gdLst>
              <a:ahLst/>
              <a:rect l="textAreaLeft" t="textAreaTop" r="textAreaRight" b="textAreaBottom"/>
              <a:pathLst>
                <a:path w="106340" h="106868">
                  <a:moveTo>
                    <a:pt x="53170" y="0"/>
                  </a:moveTo>
                  <a:cubicBezTo>
                    <a:pt x="22551" y="0"/>
                    <a:pt x="0" y="22635"/>
                    <a:pt x="0" y="53434"/>
                  </a:cubicBezTo>
                  <a:cubicBezTo>
                    <a:pt x="0" y="84234"/>
                    <a:pt x="22551" y="106868"/>
                    <a:pt x="53170" y="106868"/>
                  </a:cubicBezTo>
                  <a:cubicBezTo>
                    <a:pt x="83790" y="106868"/>
                    <a:pt x="106340" y="84234"/>
                    <a:pt x="106340" y="53434"/>
                  </a:cubicBezTo>
                  <a:cubicBezTo>
                    <a:pt x="106340" y="22635"/>
                    <a:pt x="83893" y="0"/>
                    <a:pt x="53170" y="0"/>
                  </a:cubicBezTo>
                  <a:close/>
                  <a:moveTo>
                    <a:pt x="60308" y="94362"/>
                  </a:moveTo>
                  <a:cubicBezTo>
                    <a:pt x="44791" y="97153"/>
                    <a:pt x="32792" y="82373"/>
                    <a:pt x="28447" y="57672"/>
                  </a:cubicBezTo>
                  <a:cubicBezTo>
                    <a:pt x="24102" y="33383"/>
                    <a:pt x="30619" y="14883"/>
                    <a:pt x="45826" y="12092"/>
                  </a:cubicBezTo>
                  <a:cubicBezTo>
                    <a:pt x="61342" y="9302"/>
                    <a:pt x="73445" y="24392"/>
                    <a:pt x="77686" y="48783"/>
                  </a:cubicBezTo>
                  <a:cubicBezTo>
                    <a:pt x="82031" y="73485"/>
                    <a:pt x="75824" y="91572"/>
                    <a:pt x="60308" y="94362"/>
                  </a:cubicBezTo>
                  <a:close/>
                </a:path>
              </a:pathLst>
            </a:custGeom>
            <a:solidFill>
              <a:srgbClr val="cd2c2c"/>
            </a:solidFill>
            <a:ln w="1028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8" name="Freeform 11"/>
            <p:cNvSpPr/>
            <p:nvPr/>
          </p:nvSpPr>
          <p:spPr>
            <a:xfrm>
              <a:off x="1973520" y="1025640"/>
              <a:ext cx="253440" cy="254520"/>
            </a:xfrm>
            <a:custGeom>
              <a:avLst/>
              <a:gdLst>
                <a:gd name="textAreaLeft" fmla="*/ 0 w 253440"/>
                <a:gd name="textAreaRight" fmla="*/ 253800 w 253440"/>
                <a:gd name="textAreaTop" fmla="*/ 0 h 254520"/>
                <a:gd name="textAreaBottom" fmla="*/ 254880 h 254520"/>
              </a:gdLst>
              <a:ahLst/>
              <a:rect l="textAreaLeft" t="textAreaTop" r="textAreaRight" b="textAreaBottom"/>
              <a:pathLst>
                <a:path w="106340" h="106868">
                  <a:moveTo>
                    <a:pt x="53170" y="0"/>
                  </a:moveTo>
                  <a:cubicBezTo>
                    <a:pt x="22551" y="0"/>
                    <a:pt x="0" y="22635"/>
                    <a:pt x="0" y="53434"/>
                  </a:cubicBezTo>
                  <a:cubicBezTo>
                    <a:pt x="0" y="84234"/>
                    <a:pt x="22551" y="106868"/>
                    <a:pt x="53170" y="106868"/>
                  </a:cubicBezTo>
                  <a:cubicBezTo>
                    <a:pt x="83790" y="106868"/>
                    <a:pt x="106340" y="84234"/>
                    <a:pt x="106340" y="53434"/>
                  </a:cubicBezTo>
                  <a:cubicBezTo>
                    <a:pt x="106237" y="22635"/>
                    <a:pt x="83790" y="0"/>
                    <a:pt x="53170" y="0"/>
                  </a:cubicBezTo>
                  <a:close/>
                  <a:moveTo>
                    <a:pt x="60204" y="94362"/>
                  </a:moveTo>
                  <a:cubicBezTo>
                    <a:pt x="44688" y="97153"/>
                    <a:pt x="32688" y="82373"/>
                    <a:pt x="28344" y="57672"/>
                  </a:cubicBezTo>
                  <a:cubicBezTo>
                    <a:pt x="23999" y="33383"/>
                    <a:pt x="30516" y="14883"/>
                    <a:pt x="45722" y="12092"/>
                  </a:cubicBezTo>
                  <a:cubicBezTo>
                    <a:pt x="61239" y="9302"/>
                    <a:pt x="73342" y="24392"/>
                    <a:pt x="77583" y="48783"/>
                  </a:cubicBezTo>
                  <a:cubicBezTo>
                    <a:pt x="81928" y="73485"/>
                    <a:pt x="75721" y="91572"/>
                    <a:pt x="60204" y="94362"/>
                  </a:cubicBezTo>
                  <a:close/>
                </a:path>
              </a:pathLst>
            </a:custGeom>
            <a:solidFill>
              <a:srgbClr val="cd2c2c"/>
            </a:solidFill>
            <a:ln w="1028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9" name="Freeform 12"/>
            <p:cNvSpPr/>
            <p:nvPr/>
          </p:nvSpPr>
          <p:spPr>
            <a:xfrm>
              <a:off x="406440" y="926280"/>
              <a:ext cx="337320" cy="384120"/>
            </a:xfrm>
            <a:custGeom>
              <a:avLst/>
              <a:gdLst>
                <a:gd name="textAreaLeft" fmla="*/ 0 w 337320"/>
                <a:gd name="textAreaRight" fmla="*/ 337680 w 337320"/>
                <a:gd name="textAreaTop" fmla="*/ 0 h 384120"/>
                <a:gd name="textAreaBottom" fmla="*/ 384480 h 384120"/>
              </a:gdLst>
              <a:ahLst/>
              <a:rect l="textAreaLeft" t="textAreaTop" r="textAreaRight" b="textAreaBottom"/>
              <a:pathLst>
                <a:path w="141614" h="161128">
                  <a:moveTo>
                    <a:pt x="141098" y="152654"/>
                  </a:moveTo>
                  <a:cubicBezTo>
                    <a:pt x="135615" y="152654"/>
                    <a:pt x="130546" y="148210"/>
                    <a:pt x="128581" y="145729"/>
                  </a:cubicBezTo>
                  <a:cubicBezTo>
                    <a:pt x="114099" y="126919"/>
                    <a:pt x="102513" y="74518"/>
                    <a:pt x="82548" y="73175"/>
                  </a:cubicBezTo>
                  <a:cubicBezTo>
                    <a:pt x="101272" y="69661"/>
                    <a:pt x="114719" y="56948"/>
                    <a:pt x="114719" y="38034"/>
                  </a:cubicBezTo>
                  <a:cubicBezTo>
                    <a:pt x="114719" y="21291"/>
                    <a:pt x="105306" y="0"/>
                    <a:pt x="65377" y="0"/>
                  </a:cubicBezTo>
                  <a:lnTo>
                    <a:pt x="0" y="0"/>
                  </a:lnTo>
                  <a:lnTo>
                    <a:pt x="0" y="8372"/>
                  </a:lnTo>
                  <a:cubicBezTo>
                    <a:pt x="5483" y="8372"/>
                    <a:pt x="12413" y="10956"/>
                    <a:pt x="12413" y="23771"/>
                  </a:cubicBezTo>
                  <a:lnTo>
                    <a:pt x="12413" y="122681"/>
                  </a:lnTo>
                  <a:cubicBezTo>
                    <a:pt x="12413" y="135497"/>
                    <a:pt x="5483" y="138081"/>
                    <a:pt x="0" y="138081"/>
                  </a:cubicBezTo>
                  <a:lnTo>
                    <a:pt x="0" y="146453"/>
                  </a:lnTo>
                  <a:lnTo>
                    <a:pt x="52446" y="146453"/>
                  </a:lnTo>
                  <a:lnTo>
                    <a:pt x="52446" y="138081"/>
                  </a:lnTo>
                  <a:cubicBezTo>
                    <a:pt x="46964" y="138081"/>
                    <a:pt x="40033" y="135497"/>
                    <a:pt x="40033" y="122681"/>
                  </a:cubicBezTo>
                  <a:lnTo>
                    <a:pt x="40033" y="75035"/>
                  </a:lnTo>
                  <a:lnTo>
                    <a:pt x="53687" y="75035"/>
                  </a:lnTo>
                  <a:cubicBezTo>
                    <a:pt x="74480" y="75035"/>
                    <a:pt x="80790" y="124748"/>
                    <a:pt x="98065" y="147900"/>
                  </a:cubicBezTo>
                  <a:cubicBezTo>
                    <a:pt x="104272" y="156168"/>
                    <a:pt x="114719" y="161129"/>
                    <a:pt x="126202" y="161129"/>
                  </a:cubicBezTo>
                  <a:lnTo>
                    <a:pt x="141615" y="161129"/>
                  </a:lnTo>
                  <a:lnTo>
                    <a:pt x="141615" y="152757"/>
                  </a:lnTo>
                  <a:cubicBezTo>
                    <a:pt x="141511" y="152654"/>
                    <a:pt x="141098" y="152654"/>
                    <a:pt x="141098" y="152654"/>
                  </a:cubicBezTo>
                  <a:close/>
                  <a:moveTo>
                    <a:pt x="53687" y="65940"/>
                  </a:moveTo>
                  <a:cubicBezTo>
                    <a:pt x="53377" y="65940"/>
                    <a:pt x="40033" y="65940"/>
                    <a:pt x="40033" y="65940"/>
                  </a:cubicBezTo>
                  <a:lnTo>
                    <a:pt x="40033" y="14573"/>
                  </a:lnTo>
                  <a:cubicBezTo>
                    <a:pt x="40033" y="14573"/>
                    <a:pt x="52032" y="14676"/>
                    <a:pt x="55756" y="14676"/>
                  </a:cubicBezTo>
                  <a:cubicBezTo>
                    <a:pt x="79342" y="14676"/>
                    <a:pt x="84100" y="26872"/>
                    <a:pt x="84100" y="40205"/>
                  </a:cubicBezTo>
                  <a:cubicBezTo>
                    <a:pt x="84100" y="51677"/>
                    <a:pt x="79445" y="65526"/>
                    <a:pt x="53687" y="65940"/>
                  </a:cubicBezTo>
                  <a:close/>
                </a:path>
              </a:pathLst>
            </a:custGeom>
            <a:solidFill>
              <a:srgbClr val="cd2c2c"/>
            </a:solidFill>
            <a:ln w="1028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0" name="Freeform 13"/>
            <p:cNvSpPr/>
            <p:nvPr/>
          </p:nvSpPr>
          <p:spPr>
            <a:xfrm>
              <a:off x="1140840" y="926280"/>
              <a:ext cx="271800" cy="348840"/>
            </a:xfrm>
            <a:custGeom>
              <a:avLst/>
              <a:gdLst>
                <a:gd name="textAreaLeft" fmla="*/ 0 w 271800"/>
                <a:gd name="textAreaRight" fmla="*/ 272160 w 271800"/>
                <a:gd name="textAreaTop" fmla="*/ 0 h 348840"/>
                <a:gd name="textAreaBottom" fmla="*/ 349200 h 348840"/>
              </a:gdLst>
              <a:ahLst/>
              <a:rect l="textAreaLeft" t="textAreaTop" r="textAreaRight" b="textAreaBottom"/>
              <a:pathLst>
                <a:path w="114098" h="146452">
                  <a:moveTo>
                    <a:pt x="113995" y="0"/>
                  </a:moveTo>
                  <a:lnTo>
                    <a:pt x="0" y="0"/>
                  </a:lnTo>
                  <a:lnTo>
                    <a:pt x="0" y="30179"/>
                  </a:lnTo>
                  <a:lnTo>
                    <a:pt x="8793" y="30179"/>
                  </a:lnTo>
                  <a:cubicBezTo>
                    <a:pt x="8793" y="18294"/>
                    <a:pt x="15517" y="14676"/>
                    <a:pt x="30826" y="14676"/>
                  </a:cubicBezTo>
                  <a:lnTo>
                    <a:pt x="43240" y="14676"/>
                  </a:lnTo>
                  <a:lnTo>
                    <a:pt x="43240" y="122681"/>
                  </a:lnTo>
                  <a:cubicBezTo>
                    <a:pt x="43240" y="135497"/>
                    <a:pt x="36102" y="138184"/>
                    <a:pt x="30826" y="138184"/>
                  </a:cubicBezTo>
                  <a:lnTo>
                    <a:pt x="30826" y="146453"/>
                  </a:lnTo>
                  <a:lnTo>
                    <a:pt x="83272" y="146453"/>
                  </a:lnTo>
                  <a:lnTo>
                    <a:pt x="83272" y="138184"/>
                  </a:lnTo>
                  <a:cubicBezTo>
                    <a:pt x="77893" y="138184"/>
                    <a:pt x="70859" y="135394"/>
                    <a:pt x="70859" y="122681"/>
                  </a:cubicBezTo>
                  <a:lnTo>
                    <a:pt x="70859" y="14676"/>
                  </a:lnTo>
                  <a:lnTo>
                    <a:pt x="83272" y="14676"/>
                  </a:lnTo>
                  <a:cubicBezTo>
                    <a:pt x="98582" y="14676"/>
                    <a:pt x="105306" y="18397"/>
                    <a:pt x="105306" y="30179"/>
                  </a:cubicBezTo>
                  <a:lnTo>
                    <a:pt x="114099" y="30179"/>
                  </a:lnTo>
                  <a:lnTo>
                    <a:pt x="113995" y="0"/>
                  </a:lnTo>
                  <a:close/>
                </a:path>
              </a:pathLst>
            </a:custGeom>
            <a:solidFill>
              <a:srgbClr val="cd2c2c"/>
            </a:solidFill>
            <a:ln w="1028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grpSp>
          <p:nvGrpSpPr>
            <p:cNvPr id="91" name="Graphic 14"/>
            <p:cNvGrpSpPr/>
            <p:nvPr/>
          </p:nvGrpSpPr>
          <p:grpSpPr>
            <a:xfrm>
              <a:off x="1412640" y="944280"/>
              <a:ext cx="122400" cy="331200"/>
              <a:chOff x="1412640" y="944280"/>
              <a:chExt cx="122400" cy="331200"/>
            </a:xfrm>
          </p:grpSpPr>
          <p:sp>
            <p:nvSpPr>
              <p:cNvPr id="92" name="Freeform 16"/>
              <p:cNvSpPr/>
              <p:nvPr/>
            </p:nvSpPr>
            <p:spPr>
              <a:xfrm>
                <a:off x="1438200" y="944280"/>
                <a:ext cx="67680" cy="6768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680"/>
                  <a:gd name="textAreaBottom" fmla="*/ 68040 h 67680"/>
                </a:gdLst>
                <a:ahLst/>
                <a:rect l="textAreaLeft" t="textAreaTop" r="textAreaRight" b="textAreaBottom"/>
                <a:pathLst>
                  <a:path w="28550" h="28525">
                    <a:moveTo>
                      <a:pt x="28551" y="14263"/>
                    </a:moveTo>
                    <a:cubicBezTo>
                      <a:pt x="28551" y="22140"/>
                      <a:pt x="22159" y="28526"/>
                      <a:pt x="14275" y="28526"/>
                    </a:cubicBezTo>
                    <a:cubicBezTo>
                      <a:pt x="6391" y="28526"/>
                      <a:pt x="0" y="22140"/>
                      <a:pt x="0" y="14263"/>
                    </a:cubicBezTo>
                    <a:cubicBezTo>
                      <a:pt x="0" y="6386"/>
                      <a:pt x="6391" y="0"/>
                      <a:pt x="14275" y="0"/>
                    </a:cubicBezTo>
                    <a:cubicBezTo>
                      <a:pt x="22159" y="0"/>
                      <a:pt x="28551" y="6386"/>
                      <a:pt x="28551" y="14263"/>
                    </a:cubicBezTo>
                    <a:close/>
                  </a:path>
                </a:pathLst>
              </a:custGeom>
              <a:solidFill>
                <a:srgbClr val="cd2c2c"/>
              </a:solidFill>
              <a:ln w="1028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3040" bIns="2304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93" name="Freeform 17"/>
              <p:cNvSpPr/>
              <p:nvPr/>
            </p:nvSpPr>
            <p:spPr>
              <a:xfrm>
                <a:off x="1412640" y="1031040"/>
                <a:ext cx="122400" cy="244440"/>
              </a:xfrm>
              <a:custGeom>
                <a:avLst/>
                <a:gdLst>
                  <a:gd name="textAreaLeft" fmla="*/ 0 w 122400"/>
                  <a:gd name="textAreaRight" fmla="*/ 122760 w 122400"/>
                  <a:gd name="textAreaTop" fmla="*/ 0 h 244440"/>
                  <a:gd name="textAreaBottom" fmla="*/ 244800 h 244440"/>
                </a:gdLst>
                <a:ahLst/>
                <a:rect l="textAreaLeft" t="textAreaTop" r="textAreaRight" b="textAreaBottom"/>
                <a:pathLst>
                  <a:path w="51411" h="102630">
                    <a:moveTo>
                      <a:pt x="38895" y="79789"/>
                    </a:moveTo>
                    <a:lnTo>
                      <a:pt x="38895" y="0"/>
                    </a:lnTo>
                    <a:lnTo>
                      <a:pt x="0" y="0"/>
                    </a:lnTo>
                    <a:lnTo>
                      <a:pt x="0" y="7338"/>
                    </a:lnTo>
                    <a:cubicBezTo>
                      <a:pt x="5379" y="7338"/>
                      <a:pt x="12413" y="10025"/>
                      <a:pt x="12413" y="22738"/>
                    </a:cubicBezTo>
                    <a:lnTo>
                      <a:pt x="12413" y="79893"/>
                    </a:lnTo>
                    <a:cubicBezTo>
                      <a:pt x="12413" y="92605"/>
                      <a:pt x="5276" y="95292"/>
                      <a:pt x="0" y="95292"/>
                    </a:cubicBezTo>
                    <a:lnTo>
                      <a:pt x="0" y="102631"/>
                    </a:lnTo>
                    <a:lnTo>
                      <a:pt x="51412" y="102631"/>
                    </a:lnTo>
                    <a:lnTo>
                      <a:pt x="51412" y="95189"/>
                    </a:lnTo>
                    <a:cubicBezTo>
                      <a:pt x="46033" y="95189"/>
                      <a:pt x="38895" y="92502"/>
                      <a:pt x="38895" y="79789"/>
                    </a:cubicBezTo>
                    <a:close/>
                  </a:path>
                </a:pathLst>
              </a:custGeom>
              <a:solidFill>
                <a:srgbClr val="cd2c2c"/>
              </a:solidFill>
              <a:ln w="1028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  <p:sp>
          <p:nvSpPr>
            <p:cNvPr id="94" name="Freeform 15"/>
            <p:cNvSpPr/>
            <p:nvPr/>
          </p:nvSpPr>
          <p:spPr>
            <a:xfrm>
              <a:off x="1826280" y="975960"/>
              <a:ext cx="129240" cy="299160"/>
            </a:xfrm>
            <a:custGeom>
              <a:avLst/>
              <a:gdLst>
                <a:gd name="textAreaLeft" fmla="*/ 0 w 129240"/>
                <a:gd name="textAreaRight" fmla="*/ 129600 w 129240"/>
                <a:gd name="textAreaTop" fmla="*/ 0 h 299160"/>
                <a:gd name="textAreaBottom" fmla="*/ 299520 h 299160"/>
              </a:gdLst>
              <a:ahLst/>
              <a:rect l="textAreaLeft" t="textAreaTop" r="textAreaRight" b="textAreaBottom"/>
              <a:pathLst>
                <a:path w="54308" h="125575">
                  <a:moveTo>
                    <a:pt x="39619" y="0"/>
                  </a:moveTo>
                  <a:lnTo>
                    <a:pt x="26068" y="0"/>
                  </a:lnTo>
                  <a:cubicBezTo>
                    <a:pt x="26068" y="14573"/>
                    <a:pt x="14379" y="26355"/>
                    <a:pt x="0" y="26355"/>
                  </a:cubicBezTo>
                  <a:lnTo>
                    <a:pt x="0" y="33693"/>
                  </a:lnTo>
                  <a:lnTo>
                    <a:pt x="13241" y="33693"/>
                  </a:lnTo>
                  <a:lnTo>
                    <a:pt x="13241" y="103251"/>
                  </a:lnTo>
                  <a:cubicBezTo>
                    <a:pt x="13241" y="119167"/>
                    <a:pt x="19137" y="125575"/>
                    <a:pt x="36412" y="125575"/>
                  </a:cubicBezTo>
                  <a:lnTo>
                    <a:pt x="52136" y="125575"/>
                  </a:lnTo>
                  <a:lnTo>
                    <a:pt x="52136" y="118237"/>
                  </a:lnTo>
                  <a:cubicBezTo>
                    <a:pt x="46757" y="118237"/>
                    <a:pt x="39619" y="115550"/>
                    <a:pt x="39619" y="102837"/>
                  </a:cubicBezTo>
                  <a:cubicBezTo>
                    <a:pt x="39619" y="100253"/>
                    <a:pt x="39619" y="33590"/>
                    <a:pt x="39619" y="33590"/>
                  </a:cubicBezTo>
                  <a:lnTo>
                    <a:pt x="54308" y="33590"/>
                  </a:lnTo>
                  <a:lnTo>
                    <a:pt x="54308" y="22945"/>
                  </a:lnTo>
                  <a:lnTo>
                    <a:pt x="39619" y="22945"/>
                  </a:lnTo>
                  <a:lnTo>
                    <a:pt x="39619" y="0"/>
                  </a:lnTo>
                  <a:close/>
                </a:path>
              </a:pathLst>
            </a:custGeom>
            <a:solidFill>
              <a:srgbClr val="cd2c2c"/>
            </a:solidFill>
            <a:ln w="1028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sp useBgFill="1">
        <p:nvSpPr>
          <p:cNvPr id="95" name="Rectangle 20"/>
          <p:cNvSpPr/>
          <p:nvPr/>
        </p:nvSpPr>
        <p:spPr>
          <a:xfrm>
            <a:off x="0" y="6248520"/>
            <a:ext cx="1505880" cy="6091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aphic 14"/>
          <p:cNvGrpSpPr/>
          <p:nvPr/>
        </p:nvGrpSpPr>
        <p:grpSpPr>
          <a:xfrm>
            <a:off x="409320" y="6481800"/>
            <a:ext cx="762840" cy="160920"/>
            <a:chOff x="409320" y="6481800"/>
            <a:chExt cx="762840" cy="160920"/>
          </a:xfrm>
        </p:grpSpPr>
        <p:grpSp>
          <p:nvGrpSpPr>
            <p:cNvPr id="98" name="Graphic 14"/>
            <p:cNvGrpSpPr/>
            <p:nvPr/>
          </p:nvGrpSpPr>
          <p:grpSpPr>
            <a:xfrm>
              <a:off x="542880" y="6489720"/>
              <a:ext cx="51120" cy="138240"/>
              <a:chOff x="542880" y="6489720"/>
              <a:chExt cx="51120" cy="138240"/>
            </a:xfrm>
          </p:grpSpPr>
          <p:sp>
            <p:nvSpPr>
              <p:cNvPr id="99" name="Freeform 17"/>
              <p:cNvSpPr/>
              <p:nvPr/>
            </p:nvSpPr>
            <p:spPr>
              <a:xfrm>
                <a:off x="553680" y="6489720"/>
                <a:ext cx="28080" cy="28080"/>
              </a:xfrm>
              <a:custGeom>
                <a:avLst/>
                <a:gdLst>
                  <a:gd name="textAreaLeft" fmla="*/ 0 w 28080"/>
                  <a:gd name="textAreaRight" fmla="*/ 28440 w 28080"/>
                  <a:gd name="textAreaTop" fmla="*/ 0 h 28080"/>
                  <a:gd name="textAreaBottom" fmla="*/ 28440 h 28080"/>
                </a:gdLst>
                <a:ahLst/>
                <a:rect l="textAreaLeft" t="textAreaTop" r="textAreaRight" b="textAreaBottom"/>
                <a:pathLst>
                  <a:path w="28550" h="28525">
                    <a:moveTo>
                      <a:pt x="28551" y="14263"/>
                    </a:moveTo>
                    <a:cubicBezTo>
                      <a:pt x="28551" y="22140"/>
                      <a:pt x="22159" y="28526"/>
                      <a:pt x="14275" y="28526"/>
                    </a:cubicBezTo>
                    <a:cubicBezTo>
                      <a:pt x="6391" y="28526"/>
                      <a:pt x="0" y="22140"/>
                      <a:pt x="0" y="14263"/>
                    </a:cubicBezTo>
                    <a:cubicBezTo>
                      <a:pt x="0" y="6386"/>
                      <a:pt x="6391" y="0"/>
                      <a:pt x="14275" y="0"/>
                    </a:cubicBezTo>
                    <a:cubicBezTo>
                      <a:pt x="22159" y="0"/>
                      <a:pt x="28551" y="6386"/>
                      <a:pt x="28551" y="14263"/>
                    </a:cubicBezTo>
                    <a:close/>
                  </a:path>
                </a:pathLst>
              </a:custGeom>
              <a:solidFill>
                <a:srgbClr val="cd2c2c"/>
              </a:solidFill>
              <a:ln w="1028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560" bIns="-1656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00" name="Freeform 18"/>
              <p:cNvSpPr/>
              <p:nvPr/>
            </p:nvSpPr>
            <p:spPr>
              <a:xfrm>
                <a:off x="542880" y="6525720"/>
                <a:ext cx="51120" cy="102240"/>
              </a:xfrm>
              <a:custGeom>
                <a:avLst/>
                <a:gdLst>
                  <a:gd name="textAreaLeft" fmla="*/ 0 w 51120"/>
                  <a:gd name="textAreaRight" fmla="*/ 51480 w 51120"/>
                  <a:gd name="textAreaTop" fmla="*/ 0 h 102240"/>
                  <a:gd name="textAreaBottom" fmla="*/ 102600 h 102240"/>
                </a:gdLst>
                <a:ahLst/>
                <a:rect l="textAreaLeft" t="textAreaTop" r="textAreaRight" b="textAreaBottom"/>
                <a:pathLst>
                  <a:path w="51308" h="102527">
                    <a:moveTo>
                      <a:pt x="38895" y="79789"/>
                    </a:moveTo>
                    <a:lnTo>
                      <a:pt x="38895" y="0"/>
                    </a:lnTo>
                    <a:lnTo>
                      <a:pt x="0" y="0"/>
                    </a:lnTo>
                    <a:lnTo>
                      <a:pt x="0" y="7338"/>
                    </a:lnTo>
                    <a:cubicBezTo>
                      <a:pt x="5379" y="7338"/>
                      <a:pt x="12413" y="9922"/>
                      <a:pt x="12413" y="22635"/>
                    </a:cubicBezTo>
                    <a:lnTo>
                      <a:pt x="12413" y="102527"/>
                    </a:lnTo>
                    <a:lnTo>
                      <a:pt x="51308" y="102527"/>
                    </a:lnTo>
                    <a:lnTo>
                      <a:pt x="51308" y="95189"/>
                    </a:lnTo>
                    <a:cubicBezTo>
                      <a:pt x="46033" y="95189"/>
                      <a:pt x="38895" y="92502"/>
                      <a:pt x="38895" y="79789"/>
                    </a:cubicBezTo>
                    <a:close/>
                  </a:path>
                </a:pathLst>
              </a:custGeom>
              <a:solidFill>
                <a:srgbClr val="cd2c2c"/>
              </a:solidFill>
              <a:ln w="1028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  <p:sp>
          <p:nvSpPr>
            <p:cNvPr id="101" name="Freeform 19"/>
            <p:cNvSpPr/>
            <p:nvPr/>
          </p:nvSpPr>
          <p:spPr>
            <a:xfrm>
              <a:off x="890640" y="6523560"/>
              <a:ext cx="114840" cy="104400"/>
            </a:xfrm>
            <a:custGeom>
              <a:avLst/>
              <a:gdLst>
                <a:gd name="textAreaLeft" fmla="*/ 0 w 114840"/>
                <a:gd name="textAreaRight" fmla="*/ 115200 w 114840"/>
                <a:gd name="textAreaTop" fmla="*/ 0 h 104400"/>
                <a:gd name="textAreaBottom" fmla="*/ 104760 h 104400"/>
              </a:gdLst>
              <a:ahLst/>
              <a:rect l="textAreaLeft" t="textAreaTop" r="textAreaRight" b="textAreaBottom"/>
              <a:pathLst>
                <a:path w="115340" h="104801">
                  <a:moveTo>
                    <a:pt x="103030" y="82063"/>
                  </a:moveTo>
                  <a:lnTo>
                    <a:pt x="103030" y="32970"/>
                  </a:lnTo>
                  <a:cubicBezTo>
                    <a:pt x="103030" y="6098"/>
                    <a:pt x="81307" y="0"/>
                    <a:pt x="69721" y="0"/>
                  </a:cubicBezTo>
                  <a:cubicBezTo>
                    <a:pt x="51101" y="0"/>
                    <a:pt x="40964" y="11059"/>
                    <a:pt x="37654" y="17984"/>
                  </a:cubicBezTo>
                  <a:cubicBezTo>
                    <a:pt x="37654" y="17984"/>
                    <a:pt x="37240" y="4651"/>
                    <a:pt x="37240" y="2170"/>
                  </a:cubicBezTo>
                  <a:lnTo>
                    <a:pt x="0" y="2170"/>
                  </a:lnTo>
                  <a:lnTo>
                    <a:pt x="0" y="9509"/>
                  </a:lnTo>
                  <a:cubicBezTo>
                    <a:pt x="5379" y="9509"/>
                    <a:pt x="12413" y="12196"/>
                    <a:pt x="12413" y="24908"/>
                  </a:cubicBezTo>
                  <a:lnTo>
                    <a:pt x="12413" y="82063"/>
                  </a:lnTo>
                  <a:cubicBezTo>
                    <a:pt x="12413" y="94776"/>
                    <a:pt x="5276" y="97463"/>
                    <a:pt x="0" y="97463"/>
                  </a:cubicBezTo>
                  <a:lnTo>
                    <a:pt x="0" y="104801"/>
                  </a:lnTo>
                  <a:lnTo>
                    <a:pt x="38688" y="104801"/>
                  </a:lnTo>
                  <a:lnTo>
                    <a:pt x="51101" y="104801"/>
                  </a:lnTo>
                  <a:lnTo>
                    <a:pt x="51101" y="97463"/>
                  </a:lnTo>
                  <a:cubicBezTo>
                    <a:pt x="45722" y="97463"/>
                    <a:pt x="38688" y="94776"/>
                    <a:pt x="38688" y="82063"/>
                  </a:cubicBezTo>
                  <a:lnTo>
                    <a:pt x="38688" y="44959"/>
                  </a:lnTo>
                  <a:cubicBezTo>
                    <a:pt x="38688" y="37621"/>
                    <a:pt x="39826" y="31833"/>
                    <a:pt x="42102" y="27285"/>
                  </a:cubicBezTo>
                  <a:cubicBezTo>
                    <a:pt x="46033" y="19637"/>
                    <a:pt x="53274" y="16020"/>
                    <a:pt x="59273" y="16020"/>
                  </a:cubicBezTo>
                  <a:cubicBezTo>
                    <a:pt x="66618" y="16020"/>
                    <a:pt x="72307" y="19327"/>
                    <a:pt x="74997" y="26872"/>
                  </a:cubicBezTo>
                  <a:cubicBezTo>
                    <a:pt x="76238" y="30179"/>
                    <a:pt x="76652" y="34314"/>
                    <a:pt x="76652" y="39275"/>
                  </a:cubicBezTo>
                  <a:lnTo>
                    <a:pt x="76652" y="104698"/>
                  </a:lnTo>
                  <a:lnTo>
                    <a:pt x="115340" y="104698"/>
                  </a:lnTo>
                  <a:lnTo>
                    <a:pt x="115340" y="97463"/>
                  </a:lnTo>
                  <a:cubicBezTo>
                    <a:pt x="110064" y="97463"/>
                    <a:pt x="103030" y="94776"/>
                    <a:pt x="103030" y="82063"/>
                  </a:cubicBezTo>
                  <a:close/>
                </a:path>
              </a:pathLst>
            </a:custGeom>
            <a:solidFill>
              <a:srgbClr val="cd2c2c"/>
            </a:solidFill>
            <a:ln w="1028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2" name="Freeform 20"/>
            <p:cNvSpPr/>
            <p:nvPr/>
          </p:nvSpPr>
          <p:spPr>
            <a:xfrm>
              <a:off x="600120" y="6523560"/>
              <a:ext cx="105840" cy="106560"/>
            </a:xfrm>
            <a:custGeom>
              <a:avLst/>
              <a:gdLst>
                <a:gd name="textAreaLeft" fmla="*/ 0 w 105840"/>
                <a:gd name="textAreaRight" fmla="*/ 106200 w 105840"/>
                <a:gd name="textAreaTop" fmla="*/ 0 h 106560"/>
                <a:gd name="textAreaBottom" fmla="*/ 106920 h 106560"/>
              </a:gdLst>
              <a:ahLst/>
              <a:rect l="textAreaLeft" t="textAreaTop" r="textAreaRight" b="textAreaBottom"/>
              <a:pathLst>
                <a:path w="106340" h="106868">
                  <a:moveTo>
                    <a:pt x="53170" y="0"/>
                  </a:moveTo>
                  <a:cubicBezTo>
                    <a:pt x="22551" y="0"/>
                    <a:pt x="0" y="22635"/>
                    <a:pt x="0" y="53434"/>
                  </a:cubicBezTo>
                  <a:cubicBezTo>
                    <a:pt x="0" y="84234"/>
                    <a:pt x="22551" y="106868"/>
                    <a:pt x="53170" y="106868"/>
                  </a:cubicBezTo>
                  <a:cubicBezTo>
                    <a:pt x="83790" y="106868"/>
                    <a:pt x="106340" y="84234"/>
                    <a:pt x="106340" y="53434"/>
                  </a:cubicBezTo>
                  <a:cubicBezTo>
                    <a:pt x="106340" y="22635"/>
                    <a:pt x="83893" y="0"/>
                    <a:pt x="53170" y="0"/>
                  </a:cubicBezTo>
                  <a:close/>
                  <a:moveTo>
                    <a:pt x="60308" y="94362"/>
                  </a:moveTo>
                  <a:cubicBezTo>
                    <a:pt x="44791" y="97153"/>
                    <a:pt x="32792" y="82373"/>
                    <a:pt x="28447" y="57672"/>
                  </a:cubicBezTo>
                  <a:cubicBezTo>
                    <a:pt x="24102" y="33383"/>
                    <a:pt x="30619" y="14883"/>
                    <a:pt x="45826" y="12092"/>
                  </a:cubicBezTo>
                  <a:cubicBezTo>
                    <a:pt x="61342" y="9302"/>
                    <a:pt x="73445" y="24392"/>
                    <a:pt x="77686" y="48783"/>
                  </a:cubicBezTo>
                  <a:cubicBezTo>
                    <a:pt x="82031" y="73485"/>
                    <a:pt x="75824" y="91572"/>
                    <a:pt x="60308" y="94362"/>
                  </a:cubicBezTo>
                  <a:close/>
                </a:path>
              </a:pathLst>
            </a:custGeom>
            <a:solidFill>
              <a:srgbClr val="cd2c2c"/>
            </a:solidFill>
            <a:ln w="1028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3" name="Freeform 21"/>
            <p:cNvSpPr/>
            <p:nvPr/>
          </p:nvSpPr>
          <p:spPr>
            <a:xfrm>
              <a:off x="1066320" y="6523560"/>
              <a:ext cx="105840" cy="106560"/>
            </a:xfrm>
            <a:custGeom>
              <a:avLst/>
              <a:gdLst>
                <a:gd name="textAreaLeft" fmla="*/ 0 w 105840"/>
                <a:gd name="textAreaRight" fmla="*/ 106200 w 105840"/>
                <a:gd name="textAreaTop" fmla="*/ 0 h 106560"/>
                <a:gd name="textAreaBottom" fmla="*/ 106920 h 106560"/>
              </a:gdLst>
              <a:ahLst/>
              <a:rect l="textAreaLeft" t="textAreaTop" r="textAreaRight" b="textAreaBottom"/>
              <a:pathLst>
                <a:path w="106340" h="106868">
                  <a:moveTo>
                    <a:pt x="53170" y="0"/>
                  </a:moveTo>
                  <a:cubicBezTo>
                    <a:pt x="22551" y="0"/>
                    <a:pt x="0" y="22635"/>
                    <a:pt x="0" y="53434"/>
                  </a:cubicBezTo>
                  <a:cubicBezTo>
                    <a:pt x="0" y="84234"/>
                    <a:pt x="22551" y="106868"/>
                    <a:pt x="53170" y="106868"/>
                  </a:cubicBezTo>
                  <a:cubicBezTo>
                    <a:pt x="83790" y="106868"/>
                    <a:pt x="106340" y="84234"/>
                    <a:pt x="106340" y="53434"/>
                  </a:cubicBezTo>
                  <a:cubicBezTo>
                    <a:pt x="106237" y="22635"/>
                    <a:pt x="83790" y="0"/>
                    <a:pt x="53170" y="0"/>
                  </a:cubicBezTo>
                  <a:close/>
                  <a:moveTo>
                    <a:pt x="60204" y="94362"/>
                  </a:moveTo>
                  <a:cubicBezTo>
                    <a:pt x="44688" y="97153"/>
                    <a:pt x="32688" y="82373"/>
                    <a:pt x="28344" y="57672"/>
                  </a:cubicBezTo>
                  <a:cubicBezTo>
                    <a:pt x="23999" y="33383"/>
                    <a:pt x="30516" y="14883"/>
                    <a:pt x="45722" y="12092"/>
                  </a:cubicBezTo>
                  <a:cubicBezTo>
                    <a:pt x="61239" y="9302"/>
                    <a:pt x="73342" y="24392"/>
                    <a:pt x="77583" y="48783"/>
                  </a:cubicBezTo>
                  <a:cubicBezTo>
                    <a:pt x="81928" y="73485"/>
                    <a:pt x="75721" y="91572"/>
                    <a:pt x="60204" y="94362"/>
                  </a:cubicBezTo>
                  <a:close/>
                </a:path>
              </a:pathLst>
            </a:custGeom>
            <a:solidFill>
              <a:srgbClr val="cd2c2c"/>
            </a:solidFill>
            <a:ln w="1028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4" name="Freeform 22"/>
            <p:cNvSpPr/>
            <p:nvPr/>
          </p:nvSpPr>
          <p:spPr>
            <a:xfrm>
              <a:off x="409320" y="6481800"/>
              <a:ext cx="141120" cy="160920"/>
            </a:xfrm>
            <a:custGeom>
              <a:avLst/>
              <a:gdLst>
                <a:gd name="textAreaLeft" fmla="*/ 0 w 141120"/>
                <a:gd name="textAreaRight" fmla="*/ 141480 w 141120"/>
                <a:gd name="textAreaTop" fmla="*/ 0 h 160920"/>
                <a:gd name="textAreaBottom" fmla="*/ 161280 h 160920"/>
              </a:gdLst>
              <a:ahLst/>
              <a:rect l="textAreaLeft" t="textAreaTop" r="textAreaRight" b="textAreaBottom"/>
              <a:pathLst>
                <a:path w="141614" h="161128">
                  <a:moveTo>
                    <a:pt x="141098" y="152654"/>
                  </a:moveTo>
                  <a:cubicBezTo>
                    <a:pt x="135615" y="152654"/>
                    <a:pt x="130546" y="148210"/>
                    <a:pt x="128581" y="145729"/>
                  </a:cubicBezTo>
                  <a:cubicBezTo>
                    <a:pt x="114099" y="126919"/>
                    <a:pt x="102513" y="74518"/>
                    <a:pt x="82548" y="73175"/>
                  </a:cubicBezTo>
                  <a:cubicBezTo>
                    <a:pt x="101272" y="69661"/>
                    <a:pt x="114719" y="56948"/>
                    <a:pt x="114719" y="38034"/>
                  </a:cubicBezTo>
                  <a:cubicBezTo>
                    <a:pt x="114719" y="21291"/>
                    <a:pt x="105306" y="0"/>
                    <a:pt x="65377" y="0"/>
                  </a:cubicBezTo>
                  <a:lnTo>
                    <a:pt x="0" y="0"/>
                  </a:lnTo>
                  <a:lnTo>
                    <a:pt x="0" y="8372"/>
                  </a:lnTo>
                  <a:cubicBezTo>
                    <a:pt x="5483" y="8372"/>
                    <a:pt x="12413" y="10956"/>
                    <a:pt x="12413" y="23771"/>
                  </a:cubicBezTo>
                  <a:lnTo>
                    <a:pt x="12413" y="122681"/>
                  </a:lnTo>
                  <a:cubicBezTo>
                    <a:pt x="12413" y="135497"/>
                    <a:pt x="5483" y="138081"/>
                    <a:pt x="0" y="138081"/>
                  </a:cubicBezTo>
                  <a:lnTo>
                    <a:pt x="0" y="146453"/>
                  </a:lnTo>
                  <a:lnTo>
                    <a:pt x="52446" y="146453"/>
                  </a:lnTo>
                  <a:lnTo>
                    <a:pt x="52446" y="138081"/>
                  </a:lnTo>
                  <a:cubicBezTo>
                    <a:pt x="46964" y="138081"/>
                    <a:pt x="40033" y="135497"/>
                    <a:pt x="40033" y="122681"/>
                  </a:cubicBezTo>
                  <a:lnTo>
                    <a:pt x="40033" y="75035"/>
                  </a:lnTo>
                  <a:lnTo>
                    <a:pt x="53687" y="75035"/>
                  </a:lnTo>
                  <a:cubicBezTo>
                    <a:pt x="74480" y="75035"/>
                    <a:pt x="80790" y="124748"/>
                    <a:pt x="98065" y="147900"/>
                  </a:cubicBezTo>
                  <a:cubicBezTo>
                    <a:pt x="104272" y="156168"/>
                    <a:pt x="114719" y="161129"/>
                    <a:pt x="126202" y="161129"/>
                  </a:cubicBezTo>
                  <a:lnTo>
                    <a:pt x="141615" y="161129"/>
                  </a:lnTo>
                  <a:lnTo>
                    <a:pt x="141615" y="152757"/>
                  </a:lnTo>
                  <a:cubicBezTo>
                    <a:pt x="141511" y="152654"/>
                    <a:pt x="141098" y="152654"/>
                    <a:pt x="141098" y="152654"/>
                  </a:cubicBezTo>
                  <a:close/>
                  <a:moveTo>
                    <a:pt x="53687" y="65940"/>
                  </a:moveTo>
                  <a:cubicBezTo>
                    <a:pt x="53377" y="65940"/>
                    <a:pt x="40033" y="65940"/>
                    <a:pt x="40033" y="65940"/>
                  </a:cubicBezTo>
                  <a:lnTo>
                    <a:pt x="40033" y="14573"/>
                  </a:lnTo>
                  <a:cubicBezTo>
                    <a:pt x="40033" y="14573"/>
                    <a:pt x="52032" y="14676"/>
                    <a:pt x="55756" y="14676"/>
                  </a:cubicBezTo>
                  <a:cubicBezTo>
                    <a:pt x="79342" y="14676"/>
                    <a:pt x="84100" y="26872"/>
                    <a:pt x="84100" y="40205"/>
                  </a:cubicBezTo>
                  <a:cubicBezTo>
                    <a:pt x="84100" y="51677"/>
                    <a:pt x="79445" y="65526"/>
                    <a:pt x="53687" y="65940"/>
                  </a:cubicBezTo>
                  <a:close/>
                </a:path>
              </a:pathLst>
            </a:custGeom>
            <a:solidFill>
              <a:srgbClr val="cd2c2c"/>
            </a:solidFill>
            <a:ln w="1028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05" name="Freeform 23"/>
            <p:cNvSpPr/>
            <p:nvPr/>
          </p:nvSpPr>
          <p:spPr>
            <a:xfrm>
              <a:off x="717480" y="6481800"/>
              <a:ext cx="113760" cy="146160"/>
            </a:xfrm>
            <a:custGeom>
              <a:avLst/>
              <a:gdLst>
                <a:gd name="textAreaLeft" fmla="*/ 0 w 113760"/>
                <a:gd name="textAreaRight" fmla="*/ 114120 w 113760"/>
                <a:gd name="textAreaTop" fmla="*/ 0 h 146160"/>
                <a:gd name="textAreaBottom" fmla="*/ 146520 h 146160"/>
              </a:gdLst>
              <a:ahLst/>
              <a:rect l="textAreaLeft" t="textAreaTop" r="textAreaRight" b="textAreaBottom"/>
              <a:pathLst>
                <a:path w="114098" h="146452">
                  <a:moveTo>
                    <a:pt x="113995" y="0"/>
                  </a:moveTo>
                  <a:lnTo>
                    <a:pt x="0" y="0"/>
                  </a:lnTo>
                  <a:lnTo>
                    <a:pt x="0" y="30179"/>
                  </a:lnTo>
                  <a:lnTo>
                    <a:pt x="8793" y="30179"/>
                  </a:lnTo>
                  <a:cubicBezTo>
                    <a:pt x="8793" y="18294"/>
                    <a:pt x="15517" y="14676"/>
                    <a:pt x="30826" y="14676"/>
                  </a:cubicBezTo>
                  <a:lnTo>
                    <a:pt x="43240" y="14676"/>
                  </a:lnTo>
                  <a:lnTo>
                    <a:pt x="43240" y="122681"/>
                  </a:lnTo>
                  <a:cubicBezTo>
                    <a:pt x="43240" y="135497"/>
                    <a:pt x="36102" y="138184"/>
                    <a:pt x="30826" y="138184"/>
                  </a:cubicBezTo>
                  <a:lnTo>
                    <a:pt x="30826" y="146453"/>
                  </a:lnTo>
                  <a:lnTo>
                    <a:pt x="83272" y="146453"/>
                  </a:lnTo>
                  <a:lnTo>
                    <a:pt x="83272" y="138184"/>
                  </a:lnTo>
                  <a:cubicBezTo>
                    <a:pt x="77893" y="138184"/>
                    <a:pt x="70859" y="135394"/>
                    <a:pt x="70859" y="122681"/>
                  </a:cubicBezTo>
                  <a:lnTo>
                    <a:pt x="70859" y="14676"/>
                  </a:lnTo>
                  <a:lnTo>
                    <a:pt x="83272" y="14676"/>
                  </a:lnTo>
                  <a:cubicBezTo>
                    <a:pt x="98582" y="14676"/>
                    <a:pt x="105306" y="18397"/>
                    <a:pt x="105306" y="30179"/>
                  </a:cubicBezTo>
                  <a:lnTo>
                    <a:pt x="114099" y="30179"/>
                  </a:lnTo>
                  <a:lnTo>
                    <a:pt x="113995" y="0"/>
                  </a:lnTo>
                  <a:close/>
                </a:path>
              </a:pathLst>
            </a:custGeom>
            <a:solidFill>
              <a:srgbClr val="cd2c2c"/>
            </a:solidFill>
            <a:ln w="1028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grpSp>
          <p:nvGrpSpPr>
            <p:cNvPr id="106" name="Graphic 14"/>
            <p:cNvGrpSpPr/>
            <p:nvPr/>
          </p:nvGrpSpPr>
          <p:grpSpPr>
            <a:xfrm>
              <a:off x="831600" y="6489720"/>
              <a:ext cx="51120" cy="138240"/>
              <a:chOff x="831600" y="6489720"/>
              <a:chExt cx="51120" cy="138240"/>
            </a:xfrm>
          </p:grpSpPr>
          <p:sp>
            <p:nvSpPr>
              <p:cNvPr id="107" name="Freeform 25"/>
              <p:cNvSpPr/>
              <p:nvPr/>
            </p:nvSpPr>
            <p:spPr>
              <a:xfrm>
                <a:off x="842040" y="6489720"/>
                <a:ext cx="28080" cy="28080"/>
              </a:xfrm>
              <a:custGeom>
                <a:avLst/>
                <a:gdLst>
                  <a:gd name="textAreaLeft" fmla="*/ 0 w 28080"/>
                  <a:gd name="textAreaRight" fmla="*/ 28440 w 28080"/>
                  <a:gd name="textAreaTop" fmla="*/ 0 h 28080"/>
                  <a:gd name="textAreaBottom" fmla="*/ 28440 h 28080"/>
                </a:gdLst>
                <a:ahLst/>
                <a:rect l="textAreaLeft" t="textAreaTop" r="textAreaRight" b="textAreaBottom"/>
                <a:pathLst>
                  <a:path w="28550" h="28525">
                    <a:moveTo>
                      <a:pt x="28551" y="14263"/>
                    </a:moveTo>
                    <a:cubicBezTo>
                      <a:pt x="28551" y="22140"/>
                      <a:pt x="22159" y="28526"/>
                      <a:pt x="14275" y="28526"/>
                    </a:cubicBezTo>
                    <a:cubicBezTo>
                      <a:pt x="6391" y="28526"/>
                      <a:pt x="0" y="22140"/>
                      <a:pt x="0" y="14263"/>
                    </a:cubicBezTo>
                    <a:cubicBezTo>
                      <a:pt x="0" y="6386"/>
                      <a:pt x="6391" y="0"/>
                      <a:pt x="14275" y="0"/>
                    </a:cubicBezTo>
                    <a:cubicBezTo>
                      <a:pt x="22159" y="0"/>
                      <a:pt x="28551" y="6386"/>
                      <a:pt x="28551" y="14263"/>
                    </a:cubicBezTo>
                    <a:close/>
                  </a:path>
                </a:pathLst>
              </a:custGeom>
              <a:solidFill>
                <a:srgbClr val="cd2c2c"/>
              </a:solidFill>
              <a:ln w="1028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560" bIns="-1656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108" name="Freeform 26"/>
              <p:cNvSpPr/>
              <p:nvPr/>
            </p:nvSpPr>
            <p:spPr>
              <a:xfrm>
                <a:off x="831600" y="6525720"/>
                <a:ext cx="51120" cy="102240"/>
              </a:xfrm>
              <a:custGeom>
                <a:avLst/>
                <a:gdLst>
                  <a:gd name="textAreaLeft" fmla="*/ 0 w 51120"/>
                  <a:gd name="textAreaRight" fmla="*/ 51480 w 51120"/>
                  <a:gd name="textAreaTop" fmla="*/ 0 h 102240"/>
                  <a:gd name="textAreaBottom" fmla="*/ 102600 h 102240"/>
                </a:gdLst>
                <a:ahLst/>
                <a:rect l="textAreaLeft" t="textAreaTop" r="textAreaRight" b="textAreaBottom"/>
                <a:pathLst>
                  <a:path w="51411" h="102630">
                    <a:moveTo>
                      <a:pt x="38895" y="79789"/>
                    </a:moveTo>
                    <a:lnTo>
                      <a:pt x="38895" y="0"/>
                    </a:lnTo>
                    <a:lnTo>
                      <a:pt x="0" y="0"/>
                    </a:lnTo>
                    <a:lnTo>
                      <a:pt x="0" y="7338"/>
                    </a:lnTo>
                    <a:cubicBezTo>
                      <a:pt x="5379" y="7338"/>
                      <a:pt x="12413" y="10025"/>
                      <a:pt x="12413" y="22738"/>
                    </a:cubicBezTo>
                    <a:lnTo>
                      <a:pt x="12413" y="79893"/>
                    </a:lnTo>
                    <a:cubicBezTo>
                      <a:pt x="12413" y="92605"/>
                      <a:pt x="5276" y="95292"/>
                      <a:pt x="0" y="95292"/>
                    </a:cubicBezTo>
                    <a:lnTo>
                      <a:pt x="0" y="102631"/>
                    </a:lnTo>
                    <a:lnTo>
                      <a:pt x="51412" y="102631"/>
                    </a:lnTo>
                    <a:lnTo>
                      <a:pt x="51412" y="95189"/>
                    </a:lnTo>
                    <a:cubicBezTo>
                      <a:pt x="46033" y="95189"/>
                      <a:pt x="38895" y="92502"/>
                      <a:pt x="38895" y="79789"/>
                    </a:cubicBezTo>
                    <a:close/>
                  </a:path>
                </a:pathLst>
              </a:custGeom>
              <a:solidFill>
                <a:srgbClr val="cd2c2c"/>
              </a:solidFill>
              <a:ln w="1028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  <p:sp>
          <p:nvSpPr>
            <p:cNvPr id="109" name="Freeform 27"/>
            <p:cNvSpPr/>
            <p:nvPr/>
          </p:nvSpPr>
          <p:spPr>
            <a:xfrm>
              <a:off x="1004760" y="6502680"/>
              <a:ext cx="54000" cy="12528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125280"/>
                <a:gd name="textAreaBottom" fmla="*/ 125640 h 125280"/>
              </a:gdLst>
              <a:ahLst/>
              <a:rect l="textAreaLeft" t="textAreaTop" r="textAreaRight" b="textAreaBottom"/>
              <a:pathLst>
                <a:path w="54308" h="125575">
                  <a:moveTo>
                    <a:pt x="39619" y="0"/>
                  </a:moveTo>
                  <a:lnTo>
                    <a:pt x="26068" y="0"/>
                  </a:lnTo>
                  <a:cubicBezTo>
                    <a:pt x="26068" y="14573"/>
                    <a:pt x="14379" y="26355"/>
                    <a:pt x="0" y="26355"/>
                  </a:cubicBezTo>
                  <a:lnTo>
                    <a:pt x="0" y="33693"/>
                  </a:lnTo>
                  <a:lnTo>
                    <a:pt x="13241" y="33693"/>
                  </a:lnTo>
                  <a:lnTo>
                    <a:pt x="13241" y="103251"/>
                  </a:lnTo>
                  <a:cubicBezTo>
                    <a:pt x="13241" y="119167"/>
                    <a:pt x="19137" y="125575"/>
                    <a:pt x="36412" y="125575"/>
                  </a:cubicBezTo>
                  <a:lnTo>
                    <a:pt x="52136" y="125575"/>
                  </a:lnTo>
                  <a:lnTo>
                    <a:pt x="52136" y="118237"/>
                  </a:lnTo>
                  <a:cubicBezTo>
                    <a:pt x="46757" y="118237"/>
                    <a:pt x="39619" y="115550"/>
                    <a:pt x="39619" y="102837"/>
                  </a:cubicBezTo>
                  <a:cubicBezTo>
                    <a:pt x="39619" y="100253"/>
                    <a:pt x="39619" y="33590"/>
                    <a:pt x="39619" y="33590"/>
                  </a:cubicBezTo>
                  <a:lnTo>
                    <a:pt x="54308" y="33590"/>
                  </a:lnTo>
                  <a:lnTo>
                    <a:pt x="54308" y="22945"/>
                  </a:lnTo>
                  <a:lnTo>
                    <a:pt x="39619" y="22945"/>
                  </a:lnTo>
                  <a:lnTo>
                    <a:pt x="39619" y="0"/>
                  </a:lnTo>
                  <a:close/>
                </a:path>
              </a:pathLst>
            </a:custGeom>
            <a:solidFill>
              <a:srgbClr val="cd2c2c"/>
            </a:solidFill>
            <a:ln w="1028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sp>
        <p:nvSpPr>
          <p:cNvPr id="110" name="PlaceHolder 1"/>
          <p:cNvSpPr>
            <a:spLocks noGrp="1"/>
          </p:cNvSpPr>
          <p:nvPr>
            <p:ph type="body"/>
          </p:nvPr>
        </p:nvSpPr>
        <p:spPr>
          <a:xfrm>
            <a:off x="406080" y="2009880"/>
            <a:ext cx="11382840" cy="423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1199"/>
              </a:spcBef>
              <a:spcAft>
                <a:spcPts val="300"/>
              </a:spcAft>
              <a:buNone/>
              <a:tabLst>
                <a:tab algn="l" pos="0"/>
              </a:tabLst>
            </a:pPr>
            <a:r>
              <a:rPr b="1" lang="en-GB" sz="1600" spc="-1" strike="noStrike">
                <a:solidFill>
                  <a:schemeClr val="dk1"/>
                </a:solidFill>
                <a:latin typeface="Arial"/>
              </a:rPr>
              <a:t>First level &lt;Subheading&gt;</a:t>
            </a:r>
            <a:endParaRPr b="1" lang="en-US" sz="16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GB" sz="1600" spc="-1" strike="noStrike">
                <a:solidFill>
                  <a:schemeClr val="dk1"/>
                </a:solidFill>
                <a:latin typeface="Arial"/>
              </a:rPr>
              <a:t>Second level &lt;Text with para spacing&gt;</a:t>
            </a:r>
            <a:endParaRPr b="1" lang="en-US" sz="1600" spc="-1" strike="noStrike">
              <a:solidFill>
                <a:schemeClr val="dk1"/>
              </a:solidFill>
              <a:latin typeface="Arial"/>
            </a:endParaRPr>
          </a:p>
          <a:p>
            <a:pPr lvl="2"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414041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1600" spc="-1" strike="noStrike">
                <a:solidFill>
                  <a:schemeClr val="dk1"/>
                </a:solidFill>
                <a:latin typeface="Arial"/>
              </a:rPr>
              <a:t>Third level &lt;Bullet level 1 with half para spacing&gt;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3" marL="144000" indent="-144000" defTabSz="914400">
              <a:lnSpc>
                <a:spcPct val="100000"/>
              </a:lnSpc>
              <a:spcAft>
                <a:spcPts val="1199"/>
              </a:spcAft>
              <a:buClr>
                <a:srgbClr val="414041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1600" spc="-1" strike="noStrike">
                <a:solidFill>
                  <a:schemeClr val="dk1"/>
                </a:solidFill>
                <a:latin typeface="Arial"/>
              </a:rPr>
              <a:t>Fourth level &lt;Bullet level 1 with para spacing&gt; Use this level for the last bullet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4" marL="324000" indent="-180000" defTabSz="914400">
              <a:lnSpc>
                <a:spcPct val="100000"/>
              </a:lnSpc>
              <a:spcAft>
                <a:spcPts val="601"/>
              </a:spcAft>
              <a:buClr>
                <a:srgbClr val="414041"/>
              </a:buClr>
              <a:buFont typeface="System Font Regular"/>
              <a:buChar char="–"/>
              <a:tabLst>
                <a:tab algn="l" pos="0"/>
              </a:tabLst>
            </a:pPr>
            <a:r>
              <a:rPr b="0" lang="en-GB" sz="1600" spc="-1" strike="noStrike">
                <a:solidFill>
                  <a:schemeClr val="dk1"/>
                </a:solidFill>
                <a:latin typeface="Arial"/>
              </a:rPr>
              <a:t>Fifth level &lt;Bullet level 2 with half para spacing&gt;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5" marL="324000" indent="-180000" defTabSz="914400">
              <a:lnSpc>
                <a:spcPct val="100000"/>
              </a:lnSpc>
              <a:spcAft>
                <a:spcPts val="1199"/>
              </a:spcAft>
              <a:buClr>
                <a:srgbClr val="414041"/>
              </a:buClr>
              <a:buFont typeface="System Font Regular"/>
              <a:buChar char="–"/>
              <a:tabLst>
                <a:tab algn="l" pos="0"/>
              </a:tabLst>
            </a:pPr>
            <a:r>
              <a:rPr b="0" lang="en-GB" sz="1600" spc="-1" strike="noStrike">
                <a:solidFill>
                  <a:schemeClr val="dk1"/>
                </a:solidFill>
                <a:latin typeface="Arial"/>
              </a:rPr>
              <a:t>Sixth level &lt;Bullet level 2 with para spacing&gt; Use this level for the last bullet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ftr" idx="35"/>
          </p:nvPr>
        </p:nvSpPr>
        <p:spPr>
          <a:xfrm>
            <a:off x="1578600" y="6543000"/>
            <a:ext cx="3202920" cy="1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7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700" spc="-1" strike="noStrike">
                <a:solidFill>
                  <a:schemeClr val="dk1"/>
                </a:solidFill>
                <a:latin typeface="Arial"/>
              </a:rPr>
              <a:t>&lt;footer&gt;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36"/>
          </p:nvPr>
        </p:nvSpPr>
        <p:spPr>
          <a:xfrm>
            <a:off x="11301480" y="6516360"/>
            <a:ext cx="483840" cy="19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8D17B1-EA3B-41A4-8507-80F38245430E}" type="slidenum">
              <a:rPr b="0" lang="en-US" sz="9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406080" y="549360"/>
            <a:ext cx="11382840" cy="129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3000" spc="-1" strike="noStrike">
                <a:solidFill>
                  <a:srgbClr val="015a3c"/>
                </a:solidFill>
                <a:latin typeface="Arial"/>
              </a:rPr>
              <a:t>[Title and content] First level &lt;Heading&gt;</a:t>
            </a:r>
            <a:endParaRPr b="1" lang="en-US" sz="30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000" spc="-1" strike="noStrike">
                <a:solidFill>
                  <a:schemeClr val="dk1"/>
                </a:solidFill>
                <a:latin typeface="Arial"/>
              </a:rPr>
              <a:t>Second level &lt;Subheading&gt;</a:t>
            </a:r>
            <a:endParaRPr b="1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/>
          </p:nvPr>
        </p:nvSpPr>
        <p:spPr>
          <a:xfrm>
            <a:off x="406080" y="1889640"/>
            <a:ext cx="8465760" cy="326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4800" spc="-1" strike="noStrike">
                <a:solidFill>
                  <a:srgbClr val="015a3c"/>
                </a:solidFill>
                <a:latin typeface="Arial"/>
              </a:rPr>
              <a:t>Operational Resource Dashboard</a:t>
            </a:r>
            <a:endParaRPr b="1" lang="en-US" sz="48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AU" sz="2400" spc="-1" strike="noStrike">
                <a:solidFill>
                  <a:schemeClr val="dk1"/>
                </a:solidFill>
                <a:latin typeface="Arial"/>
              </a:rPr>
              <a:t>Staff Resource Management Report</a:t>
            </a:r>
            <a:endParaRPr b="1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dt" idx="37"/>
          </p:nvPr>
        </p:nvSpPr>
        <p:spPr>
          <a:xfrm>
            <a:off x="406080" y="5907240"/>
            <a:ext cx="4088160" cy="3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4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GB" sz="1400" spc="-1" strike="noStrike">
                <a:solidFill>
                  <a:schemeClr val="dk1"/>
                </a:solidFill>
                <a:latin typeface="Arial"/>
              </a:rPr>
              <a:t>October 2025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/>
          </p:nvPr>
        </p:nvSpPr>
        <p:spPr>
          <a:xfrm>
            <a:off x="406080" y="2009880"/>
            <a:ext cx="11382840" cy="423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AU" sz="1600" spc="-1" strike="noStrike">
                <a:solidFill>
                  <a:schemeClr val="dk1"/>
                </a:solidFill>
                <a:latin typeface="Arial"/>
              </a:rPr>
              <a:t>Purpose</a:t>
            </a:r>
            <a:r>
              <a:rPr b="0" lang="en-AU" sz="1600" spc="-1" strike="noStrike">
                <a:solidFill>
                  <a:schemeClr val="dk1"/>
                </a:solidFill>
                <a:latin typeface="Arial"/>
              </a:rPr>
              <a:t>: Ensure optimal allocation of staff resources.</a:t>
            </a:r>
            <a:endParaRPr b="1" lang="en-US" sz="1600" spc="-1" strike="noStrike">
              <a:solidFill>
                <a:schemeClr val="dk1"/>
              </a:solidFill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AU" sz="1600" spc="-1" strike="noStrike">
                <a:solidFill>
                  <a:schemeClr val="dk1"/>
                </a:solidFill>
                <a:latin typeface="Arial"/>
              </a:rPr>
              <a:t>Frequency</a:t>
            </a:r>
            <a:r>
              <a:rPr b="0" lang="en-AU" sz="1600" spc="-1" strike="noStrike">
                <a:solidFill>
                  <a:schemeClr val="dk1"/>
                </a:solidFill>
                <a:latin typeface="Arial"/>
              </a:rPr>
              <a:t>: Monthly.</a:t>
            </a:r>
            <a:endParaRPr b="1" lang="en-US" sz="1600" spc="-1" strike="noStrike">
              <a:solidFill>
                <a:schemeClr val="dk1"/>
              </a:solidFill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AU" sz="1600" spc="-1" strike="noStrike">
                <a:solidFill>
                  <a:schemeClr val="dk1"/>
                </a:solidFill>
                <a:latin typeface="Arial"/>
              </a:rPr>
              <a:t>Data Sources</a:t>
            </a:r>
            <a:r>
              <a:rPr b="0" lang="en-AU" sz="1600" spc="-1" strike="noStrike">
                <a:solidFill>
                  <a:schemeClr val="dk1"/>
                </a:solidFill>
                <a:latin typeface="Arial"/>
              </a:rPr>
              <a:t>: Empower reporting, ePMO demand ADO.</a:t>
            </a:r>
            <a:endParaRPr b="1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06080" y="549360"/>
            <a:ext cx="11382840" cy="129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3000" spc="-1" strike="noStrike">
                <a:solidFill>
                  <a:srgbClr val="015a3c"/>
                </a:solidFill>
                <a:latin typeface="Arial"/>
              </a:rPr>
              <a:t>Overview</a:t>
            </a:r>
            <a:endParaRPr b="1" lang="en-US" sz="30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000" spc="-1" strike="noStrike">
                <a:solidFill>
                  <a:srgbClr val="414041"/>
                </a:solidFill>
                <a:latin typeface="Arial"/>
              </a:rPr>
              <a:t>A snapshot of staff utilisation, workload balance, and </a:t>
            </a:r>
            <a:endParaRPr b="1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000" spc="-1" strike="noStrike">
                <a:solidFill>
                  <a:srgbClr val="414041"/>
                </a:solidFill>
                <a:latin typeface="Arial"/>
              </a:rPr>
              <a:t>resource allocation trends.</a:t>
            </a:r>
            <a:endParaRPr b="1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1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endParaRPr b="1" lang="en-US" sz="3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8EC7B35D-15B4-43BE-A6E5-C38904A0CF54}" type="slidenum">
              <a:t>2</a:t>
            </a:fld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/>
          </p:nvPr>
        </p:nvSpPr>
        <p:spPr>
          <a:xfrm>
            <a:off x="406080" y="2009880"/>
            <a:ext cx="11382840" cy="423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AU" sz="1600" spc="-1" strike="noStrike">
                <a:solidFill>
                  <a:schemeClr val="dk1"/>
                </a:solidFill>
                <a:latin typeface="Arial"/>
              </a:rPr>
              <a:t>Overall Utilization Rate: 100%</a:t>
            </a:r>
            <a:endParaRPr b="1" lang="en-US" sz="1600" spc="-1" strike="noStrike">
              <a:solidFill>
                <a:schemeClr val="dk1"/>
              </a:solidFill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AU" sz="1600" spc="-1" strike="noStrike">
                <a:solidFill>
                  <a:schemeClr val="dk1"/>
                </a:solidFill>
                <a:latin typeface="Arial"/>
              </a:rPr>
              <a:t>Bench Strength: 0</a:t>
            </a:r>
            <a:endParaRPr b="1" lang="en-US" sz="1600" spc="-1" strike="noStrike">
              <a:solidFill>
                <a:schemeClr val="dk1"/>
              </a:solidFill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AU" sz="1600" spc="-1" strike="noStrike">
                <a:solidFill>
                  <a:schemeClr val="dk1"/>
                </a:solidFill>
                <a:latin typeface="Arial"/>
              </a:rPr>
              <a:t>Unallocated Demand (Next 2 Months): 0</a:t>
            </a:r>
            <a:endParaRPr b="1" lang="en-US" sz="1600" spc="-1" strike="noStrike">
              <a:solidFill>
                <a:schemeClr val="dk1"/>
              </a:solidFill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AU" sz="1600" spc="-1" strike="noStrike">
                <a:solidFill>
                  <a:schemeClr val="dk1"/>
                </a:solidFill>
                <a:latin typeface="Arial"/>
              </a:rPr>
              <a:t>Hiring Pipeline: </a:t>
            </a:r>
            <a:endParaRPr b="1" lang="en-US" sz="16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AU" sz="1600" spc="-1" strike="noStrike">
                <a:solidFill>
                  <a:schemeClr val="dk1"/>
                </a:solidFill>
                <a:latin typeface="Arial"/>
              </a:rPr>
              <a:t>1 open requisitions pending acceptance, 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AU" sz="1600" spc="-1" strike="noStrike">
                <a:solidFill>
                  <a:schemeClr val="dk1"/>
                </a:solidFill>
                <a:latin typeface="Arial"/>
              </a:rPr>
              <a:t>2 on hold pending further confirmation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406080" y="549360"/>
            <a:ext cx="11382840" cy="129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3000" spc="-1" strike="noStrike">
                <a:solidFill>
                  <a:srgbClr val="015a3c"/>
                </a:solidFill>
                <a:latin typeface="Arial"/>
              </a:rPr>
              <a:t>Key Metrics Summary</a:t>
            </a:r>
            <a:endParaRPr b="1" lang="en-US" sz="30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000" spc="-1" strike="noStrike">
                <a:solidFill>
                  <a:srgbClr val="414041"/>
                </a:solidFill>
                <a:latin typeface="Arial"/>
              </a:rPr>
              <a:t>Data not clean or complete.</a:t>
            </a:r>
            <a:endParaRPr b="1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1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endParaRPr b="1" lang="en-US" sz="3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4BA1237C-5FFD-4AB9-B3FD-1973E3D97CAA}" type="slidenum">
              <a:t>3</a:t>
            </a:fld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Group internal corporate: Green">
  <a:themeElements>
    <a:clrScheme name="Custom 19">
      <a:dk1>
        <a:srgbClr val="414041"/>
      </a:dk1>
      <a:lt1>
        <a:srgbClr val="ffffff"/>
      </a:lt1>
      <a:dk2>
        <a:srgbClr val="ca2320"/>
      </a:dk2>
      <a:lt2>
        <a:srgbClr val="ae002f"/>
      </a:lt2>
      <a:accent1>
        <a:srgbClr val="003728"/>
      </a:accent1>
      <a:accent2>
        <a:srgbClr val="01593c"/>
      </a:accent2>
      <a:accent3>
        <a:srgbClr val="007461"/>
      </a:accent3>
      <a:accent4>
        <a:srgbClr val="009a71"/>
      </a:accent4>
      <a:accent5>
        <a:srgbClr val="9dcd98"/>
      </a:accent5>
      <a:accent6>
        <a:srgbClr val="cdd6d1"/>
      </a:accent6>
      <a:hlink>
        <a:srgbClr val="003728"/>
      </a:hlink>
      <a:folHlink>
        <a:srgbClr val="01593c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Group internal corporate: Green">
  <a:themeElements>
    <a:clrScheme name="Custom 19">
      <a:dk1>
        <a:srgbClr val="414041"/>
      </a:dk1>
      <a:lt1>
        <a:srgbClr val="ffffff"/>
      </a:lt1>
      <a:dk2>
        <a:srgbClr val="ca2320"/>
      </a:dk2>
      <a:lt2>
        <a:srgbClr val="ae002f"/>
      </a:lt2>
      <a:accent1>
        <a:srgbClr val="003728"/>
      </a:accent1>
      <a:accent2>
        <a:srgbClr val="01593c"/>
      </a:accent2>
      <a:accent3>
        <a:srgbClr val="007461"/>
      </a:accent3>
      <a:accent4>
        <a:srgbClr val="009a71"/>
      </a:accent4>
      <a:accent5>
        <a:srgbClr val="9dcd98"/>
      </a:accent5>
      <a:accent6>
        <a:srgbClr val="cdd6d1"/>
      </a:accent6>
      <a:hlink>
        <a:srgbClr val="003728"/>
      </a:hlink>
      <a:folHlink>
        <a:srgbClr val="01593c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2025-10-21T15:26:44Z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